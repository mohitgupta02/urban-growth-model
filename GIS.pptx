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7" r:id="rId1"/>
    <p:sldMasterId id="2147483658" r:id="rId2"/>
  </p:sldMasterIdLst>
  <p:notesMasterIdLst>
    <p:notesMasterId r:id="rId19"/>
  </p:notesMasterIdLst>
  <p:sldIdLst>
    <p:sldId id="296" r:id="rId3"/>
    <p:sldId id="257" r:id="rId4"/>
    <p:sldId id="298" r:id="rId5"/>
    <p:sldId id="297" r:id="rId6"/>
    <p:sldId id="299" r:id="rId7"/>
    <p:sldId id="267" r:id="rId8"/>
    <p:sldId id="303" r:id="rId9"/>
    <p:sldId id="268" r:id="rId10"/>
    <p:sldId id="304" r:id="rId11"/>
    <p:sldId id="305" r:id="rId12"/>
    <p:sldId id="306" r:id="rId13"/>
    <p:sldId id="307" r:id="rId14"/>
    <p:sldId id="308" r:id="rId15"/>
    <p:sldId id="309" r:id="rId16"/>
    <p:sldId id="310" r:id="rId17"/>
    <p:sldId id="279" r:id="rId1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E293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77F627C-A79C-4CEA-9F43-E7185F252452}">
  <a:tblStyle styleId="{277F627C-A79C-4CEA-9F43-E7185F252452}" styleName="Table_0">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DA45F09D-0C3F-4549-A737-6A49AB54CD03}"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3" d="100"/>
          <a:sy n="103" d="100"/>
        </p:scale>
        <p:origin x="87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8"/>
        <p:cNvGrpSpPr/>
        <p:nvPr/>
      </p:nvGrpSpPr>
      <p:grpSpPr>
        <a:xfrm>
          <a:off x="0" y="0"/>
          <a:ext cx="0" cy="0"/>
          <a:chOff x="0" y="0"/>
          <a:chExt cx="0" cy="0"/>
        </a:xfrm>
      </p:grpSpPr>
      <p:sp>
        <p:nvSpPr>
          <p:cNvPr id="339" name="Google Shape;339;g3606f1c2d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0" name="Google Shape;340;g3606f1c2d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8"/>
        <p:cNvGrpSpPr/>
        <p:nvPr/>
      </p:nvGrpSpPr>
      <p:grpSpPr>
        <a:xfrm>
          <a:off x="0" y="0"/>
          <a:ext cx="0" cy="0"/>
          <a:chOff x="0" y="0"/>
          <a:chExt cx="0" cy="0"/>
        </a:xfrm>
      </p:grpSpPr>
      <p:sp>
        <p:nvSpPr>
          <p:cNvPr id="339" name="Google Shape;339;g3606f1c2d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0" name="Google Shape;340;g3606f1c2d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688447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8"/>
        <p:cNvGrpSpPr/>
        <p:nvPr/>
      </p:nvGrpSpPr>
      <p:grpSpPr>
        <a:xfrm>
          <a:off x="0" y="0"/>
          <a:ext cx="0" cy="0"/>
          <a:chOff x="0" y="0"/>
          <a:chExt cx="0" cy="0"/>
        </a:xfrm>
      </p:grpSpPr>
      <p:sp>
        <p:nvSpPr>
          <p:cNvPr id="339" name="Google Shape;339;g3606f1c2d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0" name="Google Shape;340;g3606f1c2d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911173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8"/>
        <p:cNvGrpSpPr/>
        <p:nvPr/>
      </p:nvGrpSpPr>
      <p:grpSpPr>
        <a:xfrm>
          <a:off x="0" y="0"/>
          <a:ext cx="0" cy="0"/>
          <a:chOff x="0" y="0"/>
          <a:chExt cx="0" cy="0"/>
        </a:xfrm>
      </p:grpSpPr>
      <p:sp>
        <p:nvSpPr>
          <p:cNvPr id="339" name="Google Shape;339;g3606f1c2d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0" name="Google Shape;340;g3606f1c2d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058306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5"/>
        <p:cNvGrpSpPr/>
        <p:nvPr/>
      </p:nvGrpSpPr>
      <p:grpSpPr>
        <a:xfrm>
          <a:off x="0" y="0"/>
          <a:ext cx="0" cy="0"/>
          <a:chOff x="0" y="0"/>
          <a:chExt cx="0" cy="0"/>
        </a:xfrm>
      </p:grpSpPr>
      <p:sp>
        <p:nvSpPr>
          <p:cNvPr id="426" name="Google Shape;426;g35f391192_0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7" name="Google Shape;427;g35f391192_0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5f391192_0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6" name="Google Shape;436;g35f391192_0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117356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5f391192_0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6" name="Google Shape;436;g35f391192_0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700364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5f391192_0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6" name="Google Shape;436;g35f391192_0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48314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p:cNvGrpSpPr/>
        <p:nvPr/>
      </p:nvGrpSpPr>
      <p:grpSpPr>
        <a:xfrm>
          <a:off x="0" y="0"/>
          <a:ext cx="0" cy="0"/>
          <a:chOff x="0" y="0"/>
          <a:chExt cx="0" cy="0"/>
        </a:xfrm>
      </p:grpSpPr>
      <p:sp>
        <p:nvSpPr>
          <p:cNvPr id="463" name="Google Shape;463;g35ed75ccf_0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4" name="Google Shape;464;g35ed75ccf_0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519005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p:cNvGrpSpPr/>
        <p:nvPr/>
      </p:nvGrpSpPr>
      <p:grpSpPr>
        <a:xfrm>
          <a:off x="0" y="0"/>
          <a:ext cx="0" cy="0"/>
          <a:chOff x="0" y="0"/>
          <a:chExt cx="0" cy="0"/>
        </a:xfrm>
      </p:grpSpPr>
      <p:sp>
        <p:nvSpPr>
          <p:cNvPr id="463" name="Google Shape;463;g35ed75ccf_0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4" name="Google Shape;464;g35ed75ccf_0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122071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p:cNvGrpSpPr/>
        <p:nvPr/>
      </p:nvGrpSpPr>
      <p:grpSpPr>
        <a:xfrm>
          <a:off x="0" y="0"/>
          <a:ext cx="0" cy="0"/>
          <a:chOff x="0" y="0"/>
          <a:chExt cx="0" cy="0"/>
        </a:xfrm>
      </p:grpSpPr>
      <p:sp>
        <p:nvSpPr>
          <p:cNvPr id="463" name="Google Shape;463;g35ed75ccf_0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4" name="Google Shape;464;g35ed75ccf_0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696415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p:cNvGrpSpPr/>
        <p:nvPr/>
      </p:nvGrpSpPr>
      <p:grpSpPr>
        <a:xfrm>
          <a:off x="0" y="0"/>
          <a:ext cx="0" cy="0"/>
          <a:chOff x="0" y="0"/>
          <a:chExt cx="0" cy="0"/>
        </a:xfrm>
      </p:grpSpPr>
      <p:sp>
        <p:nvSpPr>
          <p:cNvPr id="463" name="Google Shape;463;g35ed75ccf_0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4" name="Google Shape;464;g35ed75ccf_0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92349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p:cNvGrpSpPr/>
        <p:nvPr/>
      </p:nvGrpSpPr>
      <p:grpSpPr>
        <a:xfrm>
          <a:off x="0" y="0"/>
          <a:ext cx="0" cy="0"/>
          <a:chOff x="0" y="0"/>
          <a:chExt cx="0" cy="0"/>
        </a:xfrm>
      </p:grpSpPr>
      <p:sp>
        <p:nvSpPr>
          <p:cNvPr id="463" name="Google Shape;463;g35ed75ccf_0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4" name="Google Shape;464;g35ed75ccf_0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82855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p:cNvGrpSpPr/>
        <p:nvPr/>
      </p:nvGrpSpPr>
      <p:grpSpPr>
        <a:xfrm>
          <a:off x="0" y="0"/>
          <a:ext cx="0" cy="0"/>
          <a:chOff x="0" y="0"/>
          <a:chExt cx="0" cy="0"/>
        </a:xfrm>
      </p:grpSpPr>
      <p:sp>
        <p:nvSpPr>
          <p:cNvPr id="463" name="Google Shape;463;g35ed75ccf_0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4" name="Google Shape;464;g35ed75ccf_0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5676184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7"/>
        <p:cNvGrpSpPr/>
        <p:nvPr/>
      </p:nvGrpSpPr>
      <p:grpSpPr>
        <a:xfrm>
          <a:off x="0" y="0"/>
          <a:ext cx="0" cy="0"/>
          <a:chOff x="0" y="0"/>
          <a:chExt cx="0" cy="0"/>
        </a:xfrm>
      </p:grpSpPr>
      <p:sp>
        <p:nvSpPr>
          <p:cNvPr id="588" name="Google Shape;588;g35ed75ccf_0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9" name="Google Shape;589;g35ed75ccf_0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 3 columns">
  <p:cSld name="TITLE_AND_TWO_COLUMNS_1">
    <p:spTree>
      <p:nvGrpSpPr>
        <p:cNvPr id="1" name="Shape 212"/>
        <p:cNvGrpSpPr/>
        <p:nvPr/>
      </p:nvGrpSpPr>
      <p:grpSpPr>
        <a:xfrm>
          <a:off x="0" y="0"/>
          <a:ext cx="0" cy="0"/>
          <a:chOff x="0" y="0"/>
          <a:chExt cx="0" cy="0"/>
        </a:xfrm>
      </p:grpSpPr>
      <p:sp>
        <p:nvSpPr>
          <p:cNvPr id="213" name="Google Shape;213;p7"/>
          <p:cNvSpPr/>
          <p:nvPr/>
        </p:nvSpPr>
        <p:spPr>
          <a:xfrm rot="5400000">
            <a:off x="499599" y="157100"/>
            <a:ext cx="1146000" cy="1323300"/>
          </a:xfrm>
          <a:custGeom>
            <a:avLst/>
            <a:gdLst/>
            <a:ahLst/>
            <a:cxnLst/>
            <a:rect l="l" t="t" r="r" b="b"/>
            <a:pathLst>
              <a:path w="120000" h="120000" extrusionOk="0">
                <a:moveTo>
                  <a:pt x="60000" y="0"/>
                </a:moveTo>
                <a:lnTo>
                  <a:pt x="120000" y="30000"/>
                </a:lnTo>
                <a:lnTo>
                  <a:pt x="120000" y="90000"/>
                </a:lnTo>
                <a:lnTo>
                  <a:pt x="60000" y="120000"/>
                </a:lnTo>
                <a:lnTo>
                  <a:pt x="0" y="90000"/>
                </a:lnTo>
                <a:lnTo>
                  <a:pt x="0" y="30000"/>
                </a:lnTo>
                <a:close/>
              </a:path>
            </a:pathLst>
          </a:custGeom>
          <a:gradFill>
            <a:gsLst>
              <a:gs pos="0">
                <a:srgbClr val="3393E2"/>
              </a:gs>
              <a:gs pos="100000">
                <a:srgbClr val="00E2C7"/>
              </a:gs>
            </a:gsLst>
            <a:path path="circle">
              <a:fillToRect l="100000" b="100000"/>
            </a:path>
            <a:tileRect t="-100000" r="-100000"/>
          </a:gra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214" name="Google Shape;214;p7"/>
          <p:cNvSpPr txBox="1">
            <a:spLocks noGrp="1"/>
          </p:cNvSpPr>
          <p:nvPr>
            <p:ph type="title"/>
          </p:nvPr>
        </p:nvSpPr>
        <p:spPr>
          <a:xfrm>
            <a:off x="1732700" y="1735600"/>
            <a:ext cx="4944300" cy="645300"/>
          </a:xfrm>
          <a:prstGeom prst="rect">
            <a:avLst/>
          </a:prstGeom>
        </p:spPr>
        <p:txBody>
          <a:bodyPr spcFirstLastPara="1" wrap="square" lIns="91425" tIns="91425" rIns="91425" bIns="91425" anchor="b" anchorCtr="0">
            <a:noAutofit/>
          </a:bodyPr>
          <a:lstStyle>
            <a:lvl1pPr lvl="0" rtl="0">
              <a:spcBef>
                <a:spcPts val="0"/>
              </a:spcBef>
              <a:spcAft>
                <a:spcPts val="0"/>
              </a:spcAft>
              <a:buSzPts val="4000"/>
              <a:buNone/>
              <a:defRPr/>
            </a:lvl1pPr>
            <a:lvl2pPr lvl="1" rtl="0">
              <a:spcBef>
                <a:spcPts val="0"/>
              </a:spcBef>
              <a:spcAft>
                <a:spcPts val="0"/>
              </a:spcAft>
              <a:buSzPts val="4000"/>
              <a:buNone/>
              <a:defRPr/>
            </a:lvl2pPr>
            <a:lvl3pPr lvl="2" rtl="0">
              <a:spcBef>
                <a:spcPts val="0"/>
              </a:spcBef>
              <a:spcAft>
                <a:spcPts val="0"/>
              </a:spcAft>
              <a:buSzPts val="4000"/>
              <a:buNone/>
              <a:defRPr/>
            </a:lvl3pPr>
            <a:lvl4pPr lvl="3" rtl="0">
              <a:spcBef>
                <a:spcPts val="0"/>
              </a:spcBef>
              <a:spcAft>
                <a:spcPts val="0"/>
              </a:spcAft>
              <a:buSzPts val="4000"/>
              <a:buNone/>
              <a:defRPr/>
            </a:lvl4pPr>
            <a:lvl5pPr lvl="4" rtl="0">
              <a:spcBef>
                <a:spcPts val="0"/>
              </a:spcBef>
              <a:spcAft>
                <a:spcPts val="0"/>
              </a:spcAft>
              <a:buSzPts val="4000"/>
              <a:buNone/>
              <a:defRPr/>
            </a:lvl5pPr>
            <a:lvl6pPr lvl="5" rtl="0">
              <a:spcBef>
                <a:spcPts val="0"/>
              </a:spcBef>
              <a:spcAft>
                <a:spcPts val="0"/>
              </a:spcAft>
              <a:buSzPts val="4000"/>
              <a:buNone/>
              <a:defRPr/>
            </a:lvl6pPr>
            <a:lvl7pPr lvl="6" rtl="0">
              <a:spcBef>
                <a:spcPts val="0"/>
              </a:spcBef>
              <a:spcAft>
                <a:spcPts val="0"/>
              </a:spcAft>
              <a:buSzPts val="4000"/>
              <a:buNone/>
              <a:defRPr/>
            </a:lvl7pPr>
            <a:lvl8pPr lvl="7" rtl="0">
              <a:spcBef>
                <a:spcPts val="0"/>
              </a:spcBef>
              <a:spcAft>
                <a:spcPts val="0"/>
              </a:spcAft>
              <a:buSzPts val="4000"/>
              <a:buNone/>
              <a:defRPr/>
            </a:lvl8pPr>
            <a:lvl9pPr lvl="8" rtl="0">
              <a:spcBef>
                <a:spcPts val="0"/>
              </a:spcBef>
              <a:spcAft>
                <a:spcPts val="0"/>
              </a:spcAft>
              <a:buSzPts val="4000"/>
              <a:buNone/>
              <a:defRPr/>
            </a:lvl9pPr>
          </a:lstStyle>
          <a:p>
            <a:endParaRPr/>
          </a:p>
        </p:txBody>
      </p:sp>
      <p:sp>
        <p:nvSpPr>
          <p:cNvPr id="215" name="Google Shape;215;p7"/>
          <p:cNvSpPr txBox="1">
            <a:spLocks noGrp="1"/>
          </p:cNvSpPr>
          <p:nvPr>
            <p:ph type="body" idx="1"/>
          </p:nvPr>
        </p:nvSpPr>
        <p:spPr>
          <a:xfrm>
            <a:off x="1732700" y="2380900"/>
            <a:ext cx="2176800" cy="2544900"/>
          </a:xfrm>
          <a:prstGeom prst="rect">
            <a:avLst/>
          </a:prstGeom>
        </p:spPr>
        <p:txBody>
          <a:bodyPr spcFirstLastPara="1" wrap="square" lIns="91425" tIns="91425" rIns="91425" bIns="91425" anchor="t" anchorCtr="0">
            <a:noAutofit/>
          </a:bodyPr>
          <a:lstStyle>
            <a:lvl1pPr marL="457200" lvl="0" indent="-317500" rtl="0">
              <a:spcBef>
                <a:spcPts val="600"/>
              </a:spcBef>
              <a:spcAft>
                <a:spcPts val="0"/>
              </a:spcAft>
              <a:buSzPts val="14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216" name="Google Shape;216;p7"/>
          <p:cNvSpPr txBox="1">
            <a:spLocks noGrp="1"/>
          </p:cNvSpPr>
          <p:nvPr>
            <p:ph type="body" idx="2"/>
          </p:nvPr>
        </p:nvSpPr>
        <p:spPr>
          <a:xfrm>
            <a:off x="4020972" y="2380900"/>
            <a:ext cx="2176800" cy="2544900"/>
          </a:xfrm>
          <a:prstGeom prst="rect">
            <a:avLst/>
          </a:prstGeom>
        </p:spPr>
        <p:txBody>
          <a:bodyPr spcFirstLastPara="1" wrap="square" lIns="91425" tIns="91425" rIns="91425" bIns="91425" anchor="t" anchorCtr="0">
            <a:noAutofit/>
          </a:bodyPr>
          <a:lstStyle>
            <a:lvl1pPr marL="457200" lvl="0" indent="-317500" rtl="0">
              <a:spcBef>
                <a:spcPts val="600"/>
              </a:spcBef>
              <a:spcAft>
                <a:spcPts val="0"/>
              </a:spcAft>
              <a:buSzPts val="14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217" name="Google Shape;217;p7"/>
          <p:cNvSpPr txBox="1">
            <a:spLocks noGrp="1"/>
          </p:cNvSpPr>
          <p:nvPr>
            <p:ph type="body" idx="3"/>
          </p:nvPr>
        </p:nvSpPr>
        <p:spPr>
          <a:xfrm>
            <a:off x="6309245" y="2380900"/>
            <a:ext cx="2176800" cy="2544900"/>
          </a:xfrm>
          <a:prstGeom prst="rect">
            <a:avLst/>
          </a:prstGeom>
        </p:spPr>
        <p:txBody>
          <a:bodyPr spcFirstLastPara="1" wrap="square" lIns="91425" tIns="91425" rIns="91425" bIns="91425" anchor="t" anchorCtr="0">
            <a:noAutofit/>
          </a:bodyPr>
          <a:lstStyle>
            <a:lvl1pPr marL="457200" lvl="0" indent="-317500" rtl="0">
              <a:spcBef>
                <a:spcPts val="600"/>
              </a:spcBef>
              <a:spcAft>
                <a:spcPts val="0"/>
              </a:spcAft>
              <a:buSzPts val="14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218" name="Google Shape;218;p7"/>
          <p:cNvSpPr/>
          <p:nvPr/>
        </p:nvSpPr>
        <p:spPr>
          <a:xfrm rot="10800000" flipH="1">
            <a:off x="-123826" y="1058975"/>
            <a:ext cx="819900" cy="710100"/>
          </a:xfrm>
          <a:prstGeom prst="hexagon">
            <a:avLst>
              <a:gd name="adj" fmla="val 28678"/>
              <a:gd name="vf" fmla="val 115470"/>
            </a:avLst>
          </a:prstGeom>
          <a:noFill/>
          <a:ln w="9525" cap="flat" cmpd="sng">
            <a:solidFill>
              <a:srgbClr val="19BBD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7"/>
          <p:cNvSpPr/>
          <p:nvPr/>
        </p:nvSpPr>
        <p:spPr>
          <a:xfrm rot="10800000" flipH="1">
            <a:off x="638175" y="1440100"/>
            <a:ext cx="428700" cy="371100"/>
          </a:xfrm>
          <a:prstGeom prst="hexagon">
            <a:avLst>
              <a:gd name="adj" fmla="val 28678"/>
              <a:gd name="vf" fmla="val 115470"/>
            </a:avLst>
          </a:prstGeom>
          <a:solidFill>
            <a:srgbClr val="1847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7"/>
          <p:cNvSpPr/>
          <p:nvPr/>
        </p:nvSpPr>
        <p:spPr>
          <a:xfrm rot="10800000" flipH="1">
            <a:off x="1495424" y="-131650"/>
            <a:ext cx="819900" cy="710100"/>
          </a:xfrm>
          <a:prstGeom prst="hexagon">
            <a:avLst>
              <a:gd name="adj" fmla="val 28678"/>
              <a:gd name="vf" fmla="val 115470"/>
            </a:avLst>
          </a:prstGeom>
          <a:noFill/>
          <a:ln w="76200" cap="flat" cmpd="sng">
            <a:solidFill>
              <a:srgbClr val="184769"/>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7"/>
          <p:cNvSpPr/>
          <p:nvPr/>
        </p:nvSpPr>
        <p:spPr>
          <a:xfrm rot="10800000" flipH="1">
            <a:off x="327800" y="88925"/>
            <a:ext cx="358800" cy="310500"/>
          </a:xfrm>
          <a:prstGeom prst="hexagon">
            <a:avLst>
              <a:gd name="adj" fmla="val 28678"/>
              <a:gd name="vf" fmla="val 115470"/>
            </a:avLst>
          </a:prstGeom>
          <a:solidFill>
            <a:srgbClr val="00E1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2" name="Google Shape;222;p7"/>
          <p:cNvGrpSpPr/>
          <p:nvPr/>
        </p:nvGrpSpPr>
        <p:grpSpPr>
          <a:xfrm>
            <a:off x="1729784" y="61068"/>
            <a:ext cx="351204" cy="324661"/>
            <a:chOff x="5975075" y="2327500"/>
            <a:chExt cx="420100" cy="388350"/>
          </a:xfrm>
        </p:grpSpPr>
        <p:sp>
          <p:nvSpPr>
            <p:cNvPr id="223" name="Google Shape;223;p7"/>
            <p:cNvSpPr/>
            <p:nvPr/>
          </p:nvSpPr>
          <p:spPr>
            <a:xfrm>
              <a:off x="5975075" y="2474650"/>
              <a:ext cx="98325" cy="220450"/>
            </a:xfrm>
            <a:custGeom>
              <a:avLst/>
              <a:gdLst/>
              <a:ahLst/>
              <a:cxnLst/>
              <a:rect l="l" t="t" r="r" b="b"/>
              <a:pathLst>
                <a:path w="3933" h="8818" extrusionOk="0">
                  <a:moveTo>
                    <a:pt x="2418" y="1002"/>
                  </a:moveTo>
                  <a:lnTo>
                    <a:pt x="2565" y="1027"/>
                  </a:lnTo>
                  <a:lnTo>
                    <a:pt x="2687" y="1075"/>
                  </a:lnTo>
                  <a:lnTo>
                    <a:pt x="2809" y="1124"/>
                  </a:lnTo>
                  <a:lnTo>
                    <a:pt x="2907" y="1222"/>
                  </a:lnTo>
                  <a:lnTo>
                    <a:pt x="3005" y="1320"/>
                  </a:lnTo>
                  <a:lnTo>
                    <a:pt x="3078" y="1442"/>
                  </a:lnTo>
                  <a:lnTo>
                    <a:pt x="3102" y="1564"/>
                  </a:lnTo>
                  <a:lnTo>
                    <a:pt x="3127" y="1710"/>
                  </a:lnTo>
                  <a:lnTo>
                    <a:pt x="3102" y="1857"/>
                  </a:lnTo>
                  <a:lnTo>
                    <a:pt x="3078" y="1979"/>
                  </a:lnTo>
                  <a:lnTo>
                    <a:pt x="3005" y="2101"/>
                  </a:lnTo>
                  <a:lnTo>
                    <a:pt x="2907" y="2223"/>
                  </a:lnTo>
                  <a:lnTo>
                    <a:pt x="2809" y="2297"/>
                  </a:lnTo>
                  <a:lnTo>
                    <a:pt x="2687" y="2370"/>
                  </a:lnTo>
                  <a:lnTo>
                    <a:pt x="2565" y="2394"/>
                  </a:lnTo>
                  <a:lnTo>
                    <a:pt x="2418" y="2419"/>
                  </a:lnTo>
                  <a:lnTo>
                    <a:pt x="2272" y="2394"/>
                  </a:lnTo>
                  <a:lnTo>
                    <a:pt x="2150" y="2370"/>
                  </a:lnTo>
                  <a:lnTo>
                    <a:pt x="2028" y="2297"/>
                  </a:lnTo>
                  <a:lnTo>
                    <a:pt x="1930" y="2223"/>
                  </a:lnTo>
                  <a:lnTo>
                    <a:pt x="1832" y="2101"/>
                  </a:lnTo>
                  <a:lnTo>
                    <a:pt x="1759" y="1979"/>
                  </a:lnTo>
                  <a:lnTo>
                    <a:pt x="1735" y="1857"/>
                  </a:lnTo>
                  <a:lnTo>
                    <a:pt x="1710" y="1710"/>
                  </a:lnTo>
                  <a:lnTo>
                    <a:pt x="1735" y="1564"/>
                  </a:lnTo>
                  <a:lnTo>
                    <a:pt x="1759" y="1442"/>
                  </a:lnTo>
                  <a:lnTo>
                    <a:pt x="1832" y="1320"/>
                  </a:lnTo>
                  <a:lnTo>
                    <a:pt x="1930" y="1222"/>
                  </a:lnTo>
                  <a:lnTo>
                    <a:pt x="2028" y="1124"/>
                  </a:lnTo>
                  <a:lnTo>
                    <a:pt x="2150" y="1075"/>
                  </a:lnTo>
                  <a:lnTo>
                    <a:pt x="2272" y="1027"/>
                  </a:lnTo>
                  <a:lnTo>
                    <a:pt x="2418" y="1002"/>
                  </a:lnTo>
                  <a:close/>
                  <a:moveTo>
                    <a:pt x="1" y="1"/>
                  </a:moveTo>
                  <a:lnTo>
                    <a:pt x="1" y="8817"/>
                  </a:lnTo>
                  <a:lnTo>
                    <a:pt x="3933" y="8817"/>
                  </a:lnTo>
                  <a:lnTo>
                    <a:pt x="3933" y="1"/>
                  </a:lnTo>
                  <a:close/>
                </a:path>
              </a:pathLst>
            </a:custGeom>
            <a:solidFill>
              <a:srgbClr val="1847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7"/>
            <p:cNvSpPr/>
            <p:nvPr/>
          </p:nvSpPr>
          <p:spPr>
            <a:xfrm>
              <a:off x="6088025" y="2327500"/>
              <a:ext cx="307150" cy="388350"/>
            </a:xfrm>
            <a:custGeom>
              <a:avLst/>
              <a:gdLst/>
              <a:ahLst/>
              <a:cxnLst/>
              <a:rect l="l" t="t" r="r" b="b"/>
              <a:pathLst>
                <a:path w="12286" h="15534" extrusionOk="0">
                  <a:moveTo>
                    <a:pt x="6326" y="1"/>
                  </a:moveTo>
                  <a:lnTo>
                    <a:pt x="5960" y="25"/>
                  </a:lnTo>
                  <a:lnTo>
                    <a:pt x="5716" y="74"/>
                  </a:lnTo>
                  <a:lnTo>
                    <a:pt x="5520" y="147"/>
                  </a:lnTo>
                  <a:lnTo>
                    <a:pt x="5374" y="221"/>
                  </a:lnTo>
                  <a:lnTo>
                    <a:pt x="4983" y="1466"/>
                  </a:lnTo>
                  <a:lnTo>
                    <a:pt x="4788" y="2028"/>
                  </a:lnTo>
                  <a:lnTo>
                    <a:pt x="4592" y="2541"/>
                  </a:lnTo>
                  <a:lnTo>
                    <a:pt x="4397" y="3005"/>
                  </a:lnTo>
                  <a:lnTo>
                    <a:pt x="4202" y="3396"/>
                  </a:lnTo>
                  <a:lnTo>
                    <a:pt x="4031" y="3689"/>
                  </a:lnTo>
                  <a:lnTo>
                    <a:pt x="3884" y="3933"/>
                  </a:lnTo>
                  <a:lnTo>
                    <a:pt x="3664" y="4153"/>
                  </a:lnTo>
                  <a:lnTo>
                    <a:pt x="3322" y="4495"/>
                  </a:lnTo>
                  <a:lnTo>
                    <a:pt x="2516" y="5252"/>
                  </a:lnTo>
                  <a:lnTo>
                    <a:pt x="1442" y="6229"/>
                  </a:lnTo>
                  <a:lnTo>
                    <a:pt x="1" y="6229"/>
                  </a:lnTo>
                  <a:lnTo>
                    <a:pt x="1" y="13433"/>
                  </a:lnTo>
                  <a:lnTo>
                    <a:pt x="1515" y="13433"/>
                  </a:lnTo>
                  <a:lnTo>
                    <a:pt x="2004" y="13678"/>
                  </a:lnTo>
                  <a:lnTo>
                    <a:pt x="2687" y="13971"/>
                  </a:lnTo>
                  <a:lnTo>
                    <a:pt x="3567" y="14313"/>
                  </a:lnTo>
                  <a:lnTo>
                    <a:pt x="4544" y="14679"/>
                  </a:lnTo>
                  <a:lnTo>
                    <a:pt x="5594" y="14997"/>
                  </a:lnTo>
                  <a:lnTo>
                    <a:pt x="6131" y="15143"/>
                  </a:lnTo>
                  <a:lnTo>
                    <a:pt x="6668" y="15265"/>
                  </a:lnTo>
                  <a:lnTo>
                    <a:pt x="7181" y="15387"/>
                  </a:lnTo>
                  <a:lnTo>
                    <a:pt x="7694" y="15461"/>
                  </a:lnTo>
                  <a:lnTo>
                    <a:pt x="8158" y="15509"/>
                  </a:lnTo>
                  <a:lnTo>
                    <a:pt x="8622" y="15534"/>
                  </a:lnTo>
                  <a:lnTo>
                    <a:pt x="9404" y="15534"/>
                  </a:lnTo>
                  <a:lnTo>
                    <a:pt x="9819" y="15509"/>
                  </a:lnTo>
                  <a:lnTo>
                    <a:pt x="10210" y="15461"/>
                  </a:lnTo>
                  <a:lnTo>
                    <a:pt x="10552" y="15363"/>
                  </a:lnTo>
                  <a:lnTo>
                    <a:pt x="10723" y="15314"/>
                  </a:lnTo>
                  <a:lnTo>
                    <a:pt x="10845" y="15265"/>
                  </a:lnTo>
                  <a:lnTo>
                    <a:pt x="10967" y="15192"/>
                  </a:lnTo>
                  <a:lnTo>
                    <a:pt x="11064" y="15094"/>
                  </a:lnTo>
                  <a:lnTo>
                    <a:pt x="11113" y="14997"/>
                  </a:lnTo>
                  <a:lnTo>
                    <a:pt x="11162" y="14874"/>
                  </a:lnTo>
                  <a:lnTo>
                    <a:pt x="11235" y="14166"/>
                  </a:lnTo>
                  <a:lnTo>
                    <a:pt x="11211" y="13995"/>
                  </a:lnTo>
                  <a:lnTo>
                    <a:pt x="11162" y="13849"/>
                  </a:lnTo>
                  <a:lnTo>
                    <a:pt x="11064" y="13702"/>
                  </a:lnTo>
                  <a:lnTo>
                    <a:pt x="10918" y="13580"/>
                  </a:lnTo>
                  <a:lnTo>
                    <a:pt x="11040" y="13556"/>
                  </a:lnTo>
                  <a:lnTo>
                    <a:pt x="11162" y="13507"/>
                  </a:lnTo>
                  <a:lnTo>
                    <a:pt x="11284" y="13458"/>
                  </a:lnTo>
                  <a:lnTo>
                    <a:pt x="11382" y="13360"/>
                  </a:lnTo>
                  <a:lnTo>
                    <a:pt x="11455" y="13263"/>
                  </a:lnTo>
                  <a:lnTo>
                    <a:pt x="11528" y="13140"/>
                  </a:lnTo>
                  <a:lnTo>
                    <a:pt x="11577" y="12994"/>
                  </a:lnTo>
                  <a:lnTo>
                    <a:pt x="11602" y="12872"/>
                  </a:lnTo>
                  <a:lnTo>
                    <a:pt x="11675" y="11993"/>
                  </a:lnTo>
                  <a:lnTo>
                    <a:pt x="11675" y="11870"/>
                  </a:lnTo>
                  <a:lnTo>
                    <a:pt x="11675" y="11773"/>
                  </a:lnTo>
                  <a:lnTo>
                    <a:pt x="11651" y="11651"/>
                  </a:lnTo>
                  <a:lnTo>
                    <a:pt x="11602" y="11553"/>
                  </a:lnTo>
                  <a:lnTo>
                    <a:pt x="11480" y="11382"/>
                  </a:lnTo>
                  <a:lnTo>
                    <a:pt x="11406" y="11309"/>
                  </a:lnTo>
                  <a:lnTo>
                    <a:pt x="11333" y="11235"/>
                  </a:lnTo>
                  <a:lnTo>
                    <a:pt x="11455" y="11211"/>
                  </a:lnTo>
                  <a:lnTo>
                    <a:pt x="11553" y="11162"/>
                  </a:lnTo>
                  <a:lnTo>
                    <a:pt x="11651" y="11089"/>
                  </a:lnTo>
                  <a:lnTo>
                    <a:pt x="11748" y="10991"/>
                  </a:lnTo>
                  <a:lnTo>
                    <a:pt x="11822" y="10893"/>
                  </a:lnTo>
                  <a:lnTo>
                    <a:pt x="11870" y="10796"/>
                  </a:lnTo>
                  <a:lnTo>
                    <a:pt x="11919" y="10674"/>
                  </a:lnTo>
                  <a:lnTo>
                    <a:pt x="11944" y="10527"/>
                  </a:lnTo>
                  <a:lnTo>
                    <a:pt x="12017" y="9672"/>
                  </a:lnTo>
                  <a:lnTo>
                    <a:pt x="12017" y="9550"/>
                  </a:lnTo>
                  <a:lnTo>
                    <a:pt x="12017" y="9428"/>
                  </a:lnTo>
                  <a:lnTo>
                    <a:pt x="11993" y="9306"/>
                  </a:lnTo>
                  <a:lnTo>
                    <a:pt x="11944" y="9208"/>
                  </a:lnTo>
                  <a:lnTo>
                    <a:pt x="11895" y="9111"/>
                  </a:lnTo>
                  <a:lnTo>
                    <a:pt x="11822" y="9037"/>
                  </a:lnTo>
                  <a:lnTo>
                    <a:pt x="11748" y="8964"/>
                  </a:lnTo>
                  <a:lnTo>
                    <a:pt x="11651" y="8891"/>
                  </a:lnTo>
                  <a:lnTo>
                    <a:pt x="11748" y="8866"/>
                  </a:lnTo>
                  <a:lnTo>
                    <a:pt x="11846" y="8793"/>
                  </a:lnTo>
                  <a:lnTo>
                    <a:pt x="11944" y="8720"/>
                  </a:lnTo>
                  <a:lnTo>
                    <a:pt x="12017" y="8647"/>
                  </a:lnTo>
                  <a:lnTo>
                    <a:pt x="12090" y="8549"/>
                  </a:lnTo>
                  <a:lnTo>
                    <a:pt x="12139" y="8451"/>
                  </a:lnTo>
                  <a:lnTo>
                    <a:pt x="12163" y="8329"/>
                  </a:lnTo>
                  <a:lnTo>
                    <a:pt x="12188" y="8207"/>
                  </a:lnTo>
                  <a:lnTo>
                    <a:pt x="12286" y="7328"/>
                  </a:lnTo>
                  <a:lnTo>
                    <a:pt x="12261" y="7206"/>
                  </a:lnTo>
                  <a:lnTo>
                    <a:pt x="12237" y="7083"/>
                  </a:lnTo>
                  <a:lnTo>
                    <a:pt x="12188" y="6986"/>
                  </a:lnTo>
                  <a:lnTo>
                    <a:pt x="12139" y="6888"/>
                  </a:lnTo>
                  <a:lnTo>
                    <a:pt x="12066" y="6790"/>
                  </a:lnTo>
                  <a:lnTo>
                    <a:pt x="11968" y="6717"/>
                  </a:lnTo>
                  <a:lnTo>
                    <a:pt x="11748" y="6571"/>
                  </a:lnTo>
                  <a:lnTo>
                    <a:pt x="11504" y="6448"/>
                  </a:lnTo>
                  <a:lnTo>
                    <a:pt x="11211" y="6351"/>
                  </a:lnTo>
                  <a:lnTo>
                    <a:pt x="10893" y="6278"/>
                  </a:lnTo>
                  <a:lnTo>
                    <a:pt x="10576" y="6229"/>
                  </a:lnTo>
                  <a:lnTo>
                    <a:pt x="9892" y="6131"/>
                  </a:lnTo>
                  <a:lnTo>
                    <a:pt x="8842" y="6033"/>
                  </a:lnTo>
                  <a:lnTo>
                    <a:pt x="7596" y="5960"/>
                  </a:lnTo>
                  <a:lnTo>
                    <a:pt x="6326" y="5887"/>
                  </a:lnTo>
                  <a:lnTo>
                    <a:pt x="6497" y="5594"/>
                  </a:lnTo>
                  <a:lnTo>
                    <a:pt x="6644" y="5252"/>
                  </a:lnTo>
                  <a:lnTo>
                    <a:pt x="6790" y="4885"/>
                  </a:lnTo>
                  <a:lnTo>
                    <a:pt x="6888" y="4495"/>
                  </a:lnTo>
                  <a:lnTo>
                    <a:pt x="6986" y="4104"/>
                  </a:lnTo>
                  <a:lnTo>
                    <a:pt x="7083" y="3689"/>
                  </a:lnTo>
                  <a:lnTo>
                    <a:pt x="7181" y="2883"/>
                  </a:lnTo>
                  <a:lnTo>
                    <a:pt x="7254" y="2150"/>
                  </a:lnTo>
                  <a:lnTo>
                    <a:pt x="7303" y="1539"/>
                  </a:lnTo>
                  <a:lnTo>
                    <a:pt x="7303" y="978"/>
                  </a:lnTo>
                  <a:lnTo>
                    <a:pt x="7303" y="807"/>
                  </a:lnTo>
                  <a:lnTo>
                    <a:pt x="7230" y="611"/>
                  </a:lnTo>
                  <a:lnTo>
                    <a:pt x="7157" y="465"/>
                  </a:lnTo>
                  <a:lnTo>
                    <a:pt x="7035" y="318"/>
                  </a:lnTo>
                  <a:lnTo>
                    <a:pt x="6888" y="172"/>
                  </a:lnTo>
                  <a:lnTo>
                    <a:pt x="6717" y="98"/>
                  </a:lnTo>
                  <a:lnTo>
                    <a:pt x="6522" y="25"/>
                  </a:lnTo>
                  <a:lnTo>
                    <a:pt x="6326" y="1"/>
                  </a:lnTo>
                  <a:close/>
                </a:path>
              </a:pathLst>
            </a:custGeom>
            <a:solidFill>
              <a:srgbClr val="1847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5" name="Google Shape;225;p7"/>
          <p:cNvSpPr/>
          <p:nvPr/>
        </p:nvSpPr>
        <p:spPr>
          <a:xfrm>
            <a:off x="203100" y="1270177"/>
            <a:ext cx="166061" cy="287704"/>
          </a:xfrm>
          <a:custGeom>
            <a:avLst/>
            <a:gdLst/>
            <a:ahLst/>
            <a:cxnLst/>
            <a:rect l="l" t="t" r="r" b="b"/>
            <a:pathLst>
              <a:path w="11870" h="20565" extrusionOk="0">
                <a:moveTo>
                  <a:pt x="6301" y="977"/>
                </a:moveTo>
                <a:lnTo>
                  <a:pt x="6423" y="1002"/>
                </a:lnTo>
                <a:lnTo>
                  <a:pt x="6497" y="1075"/>
                </a:lnTo>
                <a:lnTo>
                  <a:pt x="6570" y="1148"/>
                </a:lnTo>
                <a:lnTo>
                  <a:pt x="6594" y="1270"/>
                </a:lnTo>
                <a:lnTo>
                  <a:pt x="6570" y="1368"/>
                </a:lnTo>
                <a:lnTo>
                  <a:pt x="6497" y="1466"/>
                </a:lnTo>
                <a:lnTo>
                  <a:pt x="6423" y="1515"/>
                </a:lnTo>
                <a:lnTo>
                  <a:pt x="6301" y="1539"/>
                </a:lnTo>
                <a:lnTo>
                  <a:pt x="5569" y="1539"/>
                </a:lnTo>
                <a:lnTo>
                  <a:pt x="5446" y="1515"/>
                </a:lnTo>
                <a:lnTo>
                  <a:pt x="5373" y="1466"/>
                </a:lnTo>
                <a:lnTo>
                  <a:pt x="5300" y="1368"/>
                </a:lnTo>
                <a:lnTo>
                  <a:pt x="5276" y="1270"/>
                </a:lnTo>
                <a:lnTo>
                  <a:pt x="5300" y="1148"/>
                </a:lnTo>
                <a:lnTo>
                  <a:pt x="5373" y="1075"/>
                </a:lnTo>
                <a:lnTo>
                  <a:pt x="5446" y="1002"/>
                </a:lnTo>
                <a:lnTo>
                  <a:pt x="5569" y="977"/>
                </a:lnTo>
                <a:close/>
                <a:moveTo>
                  <a:pt x="10575" y="2565"/>
                </a:moveTo>
                <a:lnTo>
                  <a:pt x="10575" y="16706"/>
                </a:lnTo>
                <a:lnTo>
                  <a:pt x="1295" y="16706"/>
                </a:lnTo>
                <a:lnTo>
                  <a:pt x="1295" y="2565"/>
                </a:lnTo>
                <a:close/>
                <a:moveTo>
                  <a:pt x="5935" y="17780"/>
                </a:moveTo>
                <a:lnTo>
                  <a:pt x="6106" y="17805"/>
                </a:lnTo>
                <a:lnTo>
                  <a:pt x="6277" y="17854"/>
                </a:lnTo>
                <a:lnTo>
                  <a:pt x="6423" y="17927"/>
                </a:lnTo>
                <a:lnTo>
                  <a:pt x="6545" y="18025"/>
                </a:lnTo>
                <a:lnTo>
                  <a:pt x="6643" y="18147"/>
                </a:lnTo>
                <a:lnTo>
                  <a:pt x="6716" y="18293"/>
                </a:lnTo>
                <a:lnTo>
                  <a:pt x="6765" y="18464"/>
                </a:lnTo>
                <a:lnTo>
                  <a:pt x="6790" y="18635"/>
                </a:lnTo>
                <a:lnTo>
                  <a:pt x="6765" y="18806"/>
                </a:lnTo>
                <a:lnTo>
                  <a:pt x="6716" y="18977"/>
                </a:lnTo>
                <a:lnTo>
                  <a:pt x="6643" y="19124"/>
                </a:lnTo>
                <a:lnTo>
                  <a:pt x="6545" y="19246"/>
                </a:lnTo>
                <a:lnTo>
                  <a:pt x="6423" y="19343"/>
                </a:lnTo>
                <a:lnTo>
                  <a:pt x="6277" y="19417"/>
                </a:lnTo>
                <a:lnTo>
                  <a:pt x="6106" y="19465"/>
                </a:lnTo>
                <a:lnTo>
                  <a:pt x="5935" y="19490"/>
                </a:lnTo>
                <a:lnTo>
                  <a:pt x="5764" y="19465"/>
                </a:lnTo>
                <a:lnTo>
                  <a:pt x="5593" y="19417"/>
                </a:lnTo>
                <a:lnTo>
                  <a:pt x="5446" y="19343"/>
                </a:lnTo>
                <a:lnTo>
                  <a:pt x="5324" y="19246"/>
                </a:lnTo>
                <a:lnTo>
                  <a:pt x="5227" y="19124"/>
                </a:lnTo>
                <a:lnTo>
                  <a:pt x="5153" y="18977"/>
                </a:lnTo>
                <a:lnTo>
                  <a:pt x="5105" y="18806"/>
                </a:lnTo>
                <a:lnTo>
                  <a:pt x="5080" y="18635"/>
                </a:lnTo>
                <a:lnTo>
                  <a:pt x="5105" y="18464"/>
                </a:lnTo>
                <a:lnTo>
                  <a:pt x="5153" y="18293"/>
                </a:lnTo>
                <a:lnTo>
                  <a:pt x="5227" y="18147"/>
                </a:lnTo>
                <a:lnTo>
                  <a:pt x="5324" y="18025"/>
                </a:lnTo>
                <a:lnTo>
                  <a:pt x="5446" y="17927"/>
                </a:lnTo>
                <a:lnTo>
                  <a:pt x="5593" y="17854"/>
                </a:lnTo>
                <a:lnTo>
                  <a:pt x="5764" y="17805"/>
                </a:lnTo>
                <a:lnTo>
                  <a:pt x="5935" y="17780"/>
                </a:lnTo>
                <a:close/>
                <a:moveTo>
                  <a:pt x="1295" y="0"/>
                </a:moveTo>
                <a:lnTo>
                  <a:pt x="1026" y="25"/>
                </a:lnTo>
                <a:lnTo>
                  <a:pt x="782" y="98"/>
                </a:lnTo>
                <a:lnTo>
                  <a:pt x="562" y="220"/>
                </a:lnTo>
                <a:lnTo>
                  <a:pt x="366" y="367"/>
                </a:lnTo>
                <a:lnTo>
                  <a:pt x="220" y="562"/>
                </a:lnTo>
                <a:lnTo>
                  <a:pt x="98" y="782"/>
                </a:lnTo>
                <a:lnTo>
                  <a:pt x="25" y="1026"/>
                </a:lnTo>
                <a:lnTo>
                  <a:pt x="0" y="1295"/>
                </a:lnTo>
                <a:lnTo>
                  <a:pt x="0" y="19270"/>
                </a:lnTo>
                <a:lnTo>
                  <a:pt x="25" y="19539"/>
                </a:lnTo>
                <a:lnTo>
                  <a:pt x="98" y="19783"/>
                </a:lnTo>
                <a:lnTo>
                  <a:pt x="220" y="20003"/>
                </a:lnTo>
                <a:lnTo>
                  <a:pt x="366" y="20198"/>
                </a:lnTo>
                <a:lnTo>
                  <a:pt x="562" y="20345"/>
                </a:lnTo>
                <a:lnTo>
                  <a:pt x="782" y="20467"/>
                </a:lnTo>
                <a:lnTo>
                  <a:pt x="1026" y="20540"/>
                </a:lnTo>
                <a:lnTo>
                  <a:pt x="1295" y="20565"/>
                </a:lnTo>
                <a:lnTo>
                  <a:pt x="10575" y="20565"/>
                </a:lnTo>
                <a:lnTo>
                  <a:pt x="10844" y="20540"/>
                </a:lnTo>
                <a:lnTo>
                  <a:pt x="11088" y="20467"/>
                </a:lnTo>
                <a:lnTo>
                  <a:pt x="11308" y="20345"/>
                </a:lnTo>
                <a:lnTo>
                  <a:pt x="11503" y="20198"/>
                </a:lnTo>
                <a:lnTo>
                  <a:pt x="11650" y="20003"/>
                </a:lnTo>
                <a:lnTo>
                  <a:pt x="11772" y="19783"/>
                </a:lnTo>
                <a:lnTo>
                  <a:pt x="11845" y="19539"/>
                </a:lnTo>
                <a:lnTo>
                  <a:pt x="11870" y="19270"/>
                </a:lnTo>
                <a:lnTo>
                  <a:pt x="11870" y="1295"/>
                </a:lnTo>
                <a:lnTo>
                  <a:pt x="11845" y="1026"/>
                </a:lnTo>
                <a:lnTo>
                  <a:pt x="11772" y="782"/>
                </a:lnTo>
                <a:lnTo>
                  <a:pt x="11650" y="562"/>
                </a:lnTo>
                <a:lnTo>
                  <a:pt x="11503" y="367"/>
                </a:lnTo>
                <a:lnTo>
                  <a:pt x="11308" y="220"/>
                </a:lnTo>
                <a:lnTo>
                  <a:pt x="11088" y="98"/>
                </a:lnTo>
                <a:lnTo>
                  <a:pt x="10844" y="25"/>
                </a:lnTo>
                <a:lnTo>
                  <a:pt x="10575" y="0"/>
                </a:lnTo>
                <a:close/>
              </a:path>
            </a:pathLst>
          </a:custGeom>
          <a:solidFill>
            <a:srgbClr val="19B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6" name="Google Shape;226;p7"/>
          <p:cNvGrpSpPr/>
          <p:nvPr/>
        </p:nvGrpSpPr>
        <p:grpSpPr>
          <a:xfrm>
            <a:off x="904276" y="515192"/>
            <a:ext cx="382958" cy="607111"/>
            <a:chOff x="6718575" y="2318625"/>
            <a:chExt cx="256950" cy="407375"/>
          </a:xfrm>
        </p:grpSpPr>
        <p:sp>
          <p:nvSpPr>
            <p:cNvPr id="227" name="Google Shape;227;p7"/>
            <p:cNvSpPr/>
            <p:nvPr/>
          </p:nvSpPr>
          <p:spPr>
            <a:xfrm>
              <a:off x="6795900" y="2673600"/>
              <a:ext cx="102300" cy="22550"/>
            </a:xfrm>
            <a:custGeom>
              <a:avLst/>
              <a:gdLst/>
              <a:ahLst/>
              <a:cxnLst/>
              <a:rect l="l" t="t" r="r" b="b"/>
              <a:pathLst>
                <a:path w="4092" h="902" fill="none" extrusionOk="0">
                  <a:moveTo>
                    <a:pt x="4092" y="902"/>
                  </a:moveTo>
                  <a:lnTo>
                    <a:pt x="4092" y="1"/>
                  </a:lnTo>
                  <a:lnTo>
                    <a:pt x="0" y="1"/>
                  </a:lnTo>
                  <a:lnTo>
                    <a:pt x="0" y="902"/>
                  </a:lnTo>
                  <a:lnTo>
                    <a:pt x="4092" y="902"/>
                  </a:lnTo>
                  <a:close/>
                </a:path>
              </a:pathLst>
            </a:custGeom>
            <a:noFill/>
            <a:ln w="1217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7"/>
            <p:cNvSpPr/>
            <p:nvPr/>
          </p:nvSpPr>
          <p:spPr>
            <a:xfrm>
              <a:off x="6795900" y="2650475"/>
              <a:ext cx="102300" cy="22550"/>
            </a:xfrm>
            <a:custGeom>
              <a:avLst/>
              <a:gdLst/>
              <a:ahLst/>
              <a:cxnLst/>
              <a:rect l="l" t="t" r="r" b="b"/>
              <a:pathLst>
                <a:path w="4092" h="902" fill="none" extrusionOk="0">
                  <a:moveTo>
                    <a:pt x="4092" y="901"/>
                  </a:moveTo>
                  <a:lnTo>
                    <a:pt x="4092" y="0"/>
                  </a:lnTo>
                  <a:lnTo>
                    <a:pt x="0" y="0"/>
                  </a:lnTo>
                  <a:lnTo>
                    <a:pt x="0" y="901"/>
                  </a:lnTo>
                  <a:lnTo>
                    <a:pt x="4092" y="901"/>
                  </a:lnTo>
                  <a:close/>
                </a:path>
              </a:pathLst>
            </a:custGeom>
            <a:noFill/>
            <a:ln w="1217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7"/>
            <p:cNvSpPr/>
            <p:nvPr/>
          </p:nvSpPr>
          <p:spPr>
            <a:xfrm>
              <a:off x="6795900" y="2696125"/>
              <a:ext cx="102300" cy="29875"/>
            </a:xfrm>
            <a:custGeom>
              <a:avLst/>
              <a:gdLst/>
              <a:ahLst/>
              <a:cxnLst/>
              <a:rect l="l" t="t" r="r" b="b"/>
              <a:pathLst>
                <a:path w="4092" h="1195" fill="none" extrusionOk="0">
                  <a:moveTo>
                    <a:pt x="0" y="1"/>
                  </a:moveTo>
                  <a:lnTo>
                    <a:pt x="0" y="171"/>
                  </a:lnTo>
                  <a:lnTo>
                    <a:pt x="0" y="171"/>
                  </a:lnTo>
                  <a:lnTo>
                    <a:pt x="24" y="318"/>
                  </a:lnTo>
                  <a:lnTo>
                    <a:pt x="98" y="464"/>
                  </a:lnTo>
                  <a:lnTo>
                    <a:pt x="195" y="585"/>
                  </a:lnTo>
                  <a:lnTo>
                    <a:pt x="341" y="659"/>
                  </a:lnTo>
                  <a:lnTo>
                    <a:pt x="1875" y="1170"/>
                  </a:lnTo>
                  <a:lnTo>
                    <a:pt x="1875" y="1170"/>
                  </a:lnTo>
                  <a:lnTo>
                    <a:pt x="2046" y="1194"/>
                  </a:lnTo>
                  <a:lnTo>
                    <a:pt x="2046" y="1194"/>
                  </a:lnTo>
                  <a:lnTo>
                    <a:pt x="2216" y="1170"/>
                  </a:lnTo>
                  <a:lnTo>
                    <a:pt x="3751" y="659"/>
                  </a:lnTo>
                  <a:lnTo>
                    <a:pt x="3751" y="659"/>
                  </a:lnTo>
                  <a:lnTo>
                    <a:pt x="3897" y="585"/>
                  </a:lnTo>
                  <a:lnTo>
                    <a:pt x="3994" y="464"/>
                  </a:lnTo>
                  <a:lnTo>
                    <a:pt x="4067" y="318"/>
                  </a:lnTo>
                  <a:lnTo>
                    <a:pt x="4092" y="171"/>
                  </a:lnTo>
                  <a:lnTo>
                    <a:pt x="4092" y="1"/>
                  </a:lnTo>
                  <a:lnTo>
                    <a:pt x="0" y="1"/>
                  </a:lnTo>
                  <a:close/>
                </a:path>
              </a:pathLst>
            </a:custGeom>
            <a:noFill/>
            <a:ln w="1217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7"/>
            <p:cNvSpPr/>
            <p:nvPr/>
          </p:nvSpPr>
          <p:spPr>
            <a:xfrm>
              <a:off x="6784925" y="2459275"/>
              <a:ext cx="35350" cy="166875"/>
            </a:xfrm>
            <a:custGeom>
              <a:avLst/>
              <a:gdLst/>
              <a:ahLst/>
              <a:cxnLst/>
              <a:rect l="l" t="t" r="r" b="b"/>
              <a:pathLst>
                <a:path w="1414" h="6675" fill="none" extrusionOk="0">
                  <a:moveTo>
                    <a:pt x="1413" y="6674"/>
                  </a:moveTo>
                  <a:lnTo>
                    <a:pt x="1413" y="6674"/>
                  </a:lnTo>
                  <a:lnTo>
                    <a:pt x="585" y="2850"/>
                  </a:lnTo>
                  <a:lnTo>
                    <a:pt x="1" y="1"/>
                  </a:lnTo>
                </a:path>
              </a:pathLst>
            </a:custGeom>
            <a:noFill/>
            <a:ln w="1217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7"/>
            <p:cNvSpPr/>
            <p:nvPr/>
          </p:nvSpPr>
          <p:spPr>
            <a:xfrm>
              <a:off x="6718575" y="2318625"/>
              <a:ext cx="256950" cy="307525"/>
            </a:xfrm>
            <a:custGeom>
              <a:avLst/>
              <a:gdLst/>
              <a:ahLst/>
              <a:cxnLst/>
              <a:rect l="l" t="t" r="r" b="b"/>
              <a:pathLst>
                <a:path w="10278" h="12301" fill="none" extrusionOk="0">
                  <a:moveTo>
                    <a:pt x="7185" y="12300"/>
                  </a:moveTo>
                  <a:lnTo>
                    <a:pt x="7185" y="12300"/>
                  </a:lnTo>
                  <a:lnTo>
                    <a:pt x="7307" y="11764"/>
                  </a:lnTo>
                  <a:lnTo>
                    <a:pt x="7477" y="11253"/>
                  </a:lnTo>
                  <a:lnTo>
                    <a:pt x="7672" y="10766"/>
                  </a:lnTo>
                  <a:lnTo>
                    <a:pt x="7891" y="10327"/>
                  </a:lnTo>
                  <a:lnTo>
                    <a:pt x="8135" y="9913"/>
                  </a:lnTo>
                  <a:lnTo>
                    <a:pt x="8378" y="9499"/>
                  </a:lnTo>
                  <a:lnTo>
                    <a:pt x="8914" y="8720"/>
                  </a:lnTo>
                  <a:lnTo>
                    <a:pt x="9182" y="8330"/>
                  </a:lnTo>
                  <a:lnTo>
                    <a:pt x="9425" y="7941"/>
                  </a:lnTo>
                  <a:lnTo>
                    <a:pt x="9645" y="7551"/>
                  </a:lnTo>
                  <a:lnTo>
                    <a:pt x="9864" y="7113"/>
                  </a:lnTo>
                  <a:lnTo>
                    <a:pt x="10034" y="6674"/>
                  </a:lnTo>
                  <a:lnTo>
                    <a:pt x="10156" y="6187"/>
                  </a:lnTo>
                  <a:lnTo>
                    <a:pt x="10229" y="5676"/>
                  </a:lnTo>
                  <a:lnTo>
                    <a:pt x="10253" y="5408"/>
                  </a:lnTo>
                  <a:lnTo>
                    <a:pt x="10278" y="5140"/>
                  </a:lnTo>
                  <a:lnTo>
                    <a:pt x="10278" y="5140"/>
                  </a:lnTo>
                  <a:lnTo>
                    <a:pt x="10229" y="4604"/>
                  </a:lnTo>
                  <a:lnTo>
                    <a:pt x="10156" y="4093"/>
                  </a:lnTo>
                  <a:lnTo>
                    <a:pt x="10034" y="3605"/>
                  </a:lnTo>
                  <a:lnTo>
                    <a:pt x="9864" y="3143"/>
                  </a:lnTo>
                  <a:lnTo>
                    <a:pt x="9645" y="2680"/>
                  </a:lnTo>
                  <a:lnTo>
                    <a:pt x="9401" y="2266"/>
                  </a:lnTo>
                  <a:lnTo>
                    <a:pt x="9084" y="1876"/>
                  </a:lnTo>
                  <a:lnTo>
                    <a:pt x="8768" y="1511"/>
                  </a:lnTo>
                  <a:lnTo>
                    <a:pt x="8402" y="1170"/>
                  </a:lnTo>
                  <a:lnTo>
                    <a:pt x="8013" y="878"/>
                  </a:lnTo>
                  <a:lnTo>
                    <a:pt x="7574" y="634"/>
                  </a:lnTo>
                  <a:lnTo>
                    <a:pt x="7136" y="415"/>
                  </a:lnTo>
                  <a:lnTo>
                    <a:pt x="6673" y="244"/>
                  </a:lnTo>
                  <a:lnTo>
                    <a:pt x="6162" y="98"/>
                  </a:lnTo>
                  <a:lnTo>
                    <a:pt x="5675" y="25"/>
                  </a:lnTo>
                  <a:lnTo>
                    <a:pt x="5139" y="1"/>
                  </a:lnTo>
                  <a:lnTo>
                    <a:pt x="5139" y="1"/>
                  </a:lnTo>
                  <a:lnTo>
                    <a:pt x="4603" y="25"/>
                  </a:lnTo>
                  <a:lnTo>
                    <a:pt x="4116" y="98"/>
                  </a:lnTo>
                  <a:lnTo>
                    <a:pt x="3605" y="244"/>
                  </a:lnTo>
                  <a:lnTo>
                    <a:pt x="3142" y="415"/>
                  </a:lnTo>
                  <a:lnTo>
                    <a:pt x="2703" y="634"/>
                  </a:lnTo>
                  <a:lnTo>
                    <a:pt x="2265" y="878"/>
                  </a:lnTo>
                  <a:lnTo>
                    <a:pt x="1875" y="1170"/>
                  </a:lnTo>
                  <a:lnTo>
                    <a:pt x="1510" y="1511"/>
                  </a:lnTo>
                  <a:lnTo>
                    <a:pt x="1193" y="1876"/>
                  </a:lnTo>
                  <a:lnTo>
                    <a:pt x="877" y="2266"/>
                  </a:lnTo>
                  <a:lnTo>
                    <a:pt x="633" y="2680"/>
                  </a:lnTo>
                  <a:lnTo>
                    <a:pt x="414" y="3143"/>
                  </a:lnTo>
                  <a:lnTo>
                    <a:pt x="244" y="3605"/>
                  </a:lnTo>
                  <a:lnTo>
                    <a:pt x="122" y="4093"/>
                  </a:lnTo>
                  <a:lnTo>
                    <a:pt x="49" y="4604"/>
                  </a:lnTo>
                  <a:lnTo>
                    <a:pt x="0" y="5140"/>
                  </a:lnTo>
                  <a:lnTo>
                    <a:pt x="0" y="5140"/>
                  </a:lnTo>
                  <a:lnTo>
                    <a:pt x="24" y="5408"/>
                  </a:lnTo>
                  <a:lnTo>
                    <a:pt x="49" y="5676"/>
                  </a:lnTo>
                  <a:lnTo>
                    <a:pt x="122" y="6187"/>
                  </a:lnTo>
                  <a:lnTo>
                    <a:pt x="244" y="6674"/>
                  </a:lnTo>
                  <a:lnTo>
                    <a:pt x="414" y="7113"/>
                  </a:lnTo>
                  <a:lnTo>
                    <a:pt x="633" y="7551"/>
                  </a:lnTo>
                  <a:lnTo>
                    <a:pt x="852" y="7941"/>
                  </a:lnTo>
                  <a:lnTo>
                    <a:pt x="1096" y="8330"/>
                  </a:lnTo>
                  <a:lnTo>
                    <a:pt x="1364" y="8720"/>
                  </a:lnTo>
                  <a:lnTo>
                    <a:pt x="1900" y="9499"/>
                  </a:lnTo>
                  <a:lnTo>
                    <a:pt x="2143" y="9913"/>
                  </a:lnTo>
                  <a:lnTo>
                    <a:pt x="2387" y="10327"/>
                  </a:lnTo>
                  <a:lnTo>
                    <a:pt x="2606" y="10766"/>
                  </a:lnTo>
                  <a:lnTo>
                    <a:pt x="2801" y="11253"/>
                  </a:lnTo>
                  <a:lnTo>
                    <a:pt x="2971" y="11764"/>
                  </a:lnTo>
                  <a:lnTo>
                    <a:pt x="3093" y="12300"/>
                  </a:lnTo>
                </a:path>
              </a:pathLst>
            </a:custGeom>
            <a:noFill/>
            <a:ln w="1217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7"/>
            <p:cNvSpPr/>
            <p:nvPr/>
          </p:nvSpPr>
          <p:spPr>
            <a:xfrm>
              <a:off x="6873825" y="2459275"/>
              <a:ext cx="35350" cy="166875"/>
            </a:xfrm>
            <a:custGeom>
              <a:avLst/>
              <a:gdLst/>
              <a:ahLst/>
              <a:cxnLst/>
              <a:rect l="l" t="t" r="r" b="b"/>
              <a:pathLst>
                <a:path w="1414" h="6675" fill="none" extrusionOk="0">
                  <a:moveTo>
                    <a:pt x="1413" y="1"/>
                  </a:moveTo>
                  <a:lnTo>
                    <a:pt x="1413" y="1"/>
                  </a:lnTo>
                  <a:lnTo>
                    <a:pt x="829" y="2850"/>
                  </a:lnTo>
                  <a:lnTo>
                    <a:pt x="1" y="6674"/>
                  </a:lnTo>
                </a:path>
              </a:pathLst>
            </a:custGeom>
            <a:noFill/>
            <a:ln w="1217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7"/>
            <p:cNvSpPr/>
            <p:nvPr/>
          </p:nvSpPr>
          <p:spPr>
            <a:xfrm>
              <a:off x="6801975" y="2453200"/>
              <a:ext cx="90150" cy="19500"/>
            </a:xfrm>
            <a:custGeom>
              <a:avLst/>
              <a:gdLst/>
              <a:ahLst/>
              <a:cxnLst/>
              <a:rect l="l" t="t" r="r" b="b"/>
              <a:pathLst>
                <a:path w="3606" h="780" fill="none" extrusionOk="0">
                  <a:moveTo>
                    <a:pt x="1" y="73"/>
                  </a:moveTo>
                  <a:lnTo>
                    <a:pt x="829" y="780"/>
                  </a:lnTo>
                  <a:lnTo>
                    <a:pt x="1657" y="73"/>
                  </a:lnTo>
                  <a:lnTo>
                    <a:pt x="1657" y="73"/>
                  </a:lnTo>
                  <a:lnTo>
                    <a:pt x="1730" y="25"/>
                  </a:lnTo>
                  <a:lnTo>
                    <a:pt x="1803" y="0"/>
                  </a:lnTo>
                  <a:lnTo>
                    <a:pt x="1876" y="25"/>
                  </a:lnTo>
                  <a:lnTo>
                    <a:pt x="1949" y="73"/>
                  </a:lnTo>
                  <a:lnTo>
                    <a:pt x="2777" y="780"/>
                  </a:lnTo>
                  <a:lnTo>
                    <a:pt x="3605" y="73"/>
                  </a:lnTo>
                </a:path>
              </a:pathLst>
            </a:custGeom>
            <a:noFill/>
            <a:ln w="1217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7"/>
            <p:cNvSpPr/>
            <p:nvPr/>
          </p:nvSpPr>
          <p:spPr>
            <a:xfrm>
              <a:off x="6795900" y="2628550"/>
              <a:ext cx="102300" cy="25"/>
            </a:xfrm>
            <a:custGeom>
              <a:avLst/>
              <a:gdLst/>
              <a:ahLst/>
              <a:cxnLst/>
              <a:rect l="l" t="t" r="r" b="b"/>
              <a:pathLst>
                <a:path w="4092" h="1" fill="none" extrusionOk="0">
                  <a:moveTo>
                    <a:pt x="0" y="1"/>
                  </a:moveTo>
                  <a:lnTo>
                    <a:pt x="4092" y="1"/>
                  </a:lnTo>
                </a:path>
              </a:pathLst>
            </a:custGeom>
            <a:noFill/>
            <a:ln w="1217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5" name="Google Shape;235;p7"/>
          <p:cNvGrpSpPr/>
          <p:nvPr/>
        </p:nvGrpSpPr>
        <p:grpSpPr>
          <a:xfrm>
            <a:off x="335759" y="1840531"/>
            <a:ext cx="342882" cy="350068"/>
            <a:chOff x="3951850" y="2985350"/>
            <a:chExt cx="407950" cy="416500"/>
          </a:xfrm>
        </p:grpSpPr>
        <p:sp>
          <p:nvSpPr>
            <p:cNvPr id="236" name="Google Shape;236;p7"/>
            <p:cNvSpPr/>
            <p:nvPr/>
          </p:nvSpPr>
          <p:spPr>
            <a:xfrm>
              <a:off x="3951850" y="2985350"/>
              <a:ext cx="314800" cy="314825"/>
            </a:xfrm>
            <a:custGeom>
              <a:avLst/>
              <a:gdLst/>
              <a:ahLst/>
              <a:cxnLst/>
              <a:rect l="l" t="t" r="r" b="b"/>
              <a:pathLst>
                <a:path w="12592" h="12593" fill="none" extrusionOk="0">
                  <a:moveTo>
                    <a:pt x="6284" y="1"/>
                  </a:moveTo>
                  <a:lnTo>
                    <a:pt x="6284" y="1"/>
                  </a:lnTo>
                  <a:lnTo>
                    <a:pt x="5967" y="25"/>
                  </a:lnTo>
                  <a:lnTo>
                    <a:pt x="5651" y="49"/>
                  </a:lnTo>
                  <a:lnTo>
                    <a:pt x="5334" y="74"/>
                  </a:lnTo>
                  <a:lnTo>
                    <a:pt x="5017" y="147"/>
                  </a:lnTo>
                  <a:lnTo>
                    <a:pt x="4725" y="220"/>
                  </a:lnTo>
                  <a:lnTo>
                    <a:pt x="4433" y="293"/>
                  </a:lnTo>
                  <a:lnTo>
                    <a:pt x="4141" y="390"/>
                  </a:lnTo>
                  <a:lnTo>
                    <a:pt x="3848" y="512"/>
                  </a:lnTo>
                  <a:lnTo>
                    <a:pt x="3556" y="634"/>
                  </a:lnTo>
                  <a:lnTo>
                    <a:pt x="3288" y="780"/>
                  </a:lnTo>
                  <a:lnTo>
                    <a:pt x="3020" y="926"/>
                  </a:lnTo>
                  <a:lnTo>
                    <a:pt x="2777" y="1072"/>
                  </a:lnTo>
                  <a:lnTo>
                    <a:pt x="2290" y="1437"/>
                  </a:lnTo>
                  <a:lnTo>
                    <a:pt x="1851" y="1852"/>
                  </a:lnTo>
                  <a:lnTo>
                    <a:pt x="1437" y="2290"/>
                  </a:lnTo>
                  <a:lnTo>
                    <a:pt x="1072" y="2777"/>
                  </a:lnTo>
                  <a:lnTo>
                    <a:pt x="901" y="3045"/>
                  </a:lnTo>
                  <a:lnTo>
                    <a:pt x="755" y="3313"/>
                  </a:lnTo>
                  <a:lnTo>
                    <a:pt x="609" y="3581"/>
                  </a:lnTo>
                  <a:lnTo>
                    <a:pt x="487" y="3849"/>
                  </a:lnTo>
                  <a:lnTo>
                    <a:pt x="390" y="4141"/>
                  </a:lnTo>
                  <a:lnTo>
                    <a:pt x="292" y="4433"/>
                  </a:lnTo>
                  <a:lnTo>
                    <a:pt x="195" y="4725"/>
                  </a:lnTo>
                  <a:lnTo>
                    <a:pt x="122" y="5042"/>
                  </a:lnTo>
                  <a:lnTo>
                    <a:pt x="73" y="5334"/>
                  </a:lnTo>
                  <a:lnTo>
                    <a:pt x="25" y="5651"/>
                  </a:lnTo>
                  <a:lnTo>
                    <a:pt x="0" y="5968"/>
                  </a:lnTo>
                  <a:lnTo>
                    <a:pt x="0" y="6308"/>
                  </a:lnTo>
                  <a:lnTo>
                    <a:pt x="0" y="6308"/>
                  </a:lnTo>
                  <a:lnTo>
                    <a:pt x="0" y="6625"/>
                  </a:lnTo>
                  <a:lnTo>
                    <a:pt x="25" y="6942"/>
                  </a:lnTo>
                  <a:lnTo>
                    <a:pt x="73" y="7258"/>
                  </a:lnTo>
                  <a:lnTo>
                    <a:pt x="122" y="7575"/>
                  </a:lnTo>
                  <a:lnTo>
                    <a:pt x="195" y="7867"/>
                  </a:lnTo>
                  <a:lnTo>
                    <a:pt x="292" y="8184"/>
                  </a:lnTo>
                  <a:lnTo>
                    <a:pt x="390" y="8476"/>
                  </a:lnTo>
                  <a:lnTo>
                    <a:pt x="487" y="8744"/>
                  </a:lnTo>
                  <a:lnTo>
                    <a:pt x="609" y="9036"/>
                  </a:lnTo>
                  <a:lnTo>
                    <a:pt x="755" y="9304"/>
                  </a:lnTo>
                  <a:lnTo>
                    <a:pt x="901" y="9572"/>
                  </a:lnTo>
                  <a:lnTo>
                    <a:pt x="1072" y="9816"/>
                  </a:lnTo>
                  <a:lnTo>
                    <a:pt x="1437" y="10303"/>
                  </a:lnTo>
                  <a:lnTo>
                    <a:pt x="1851" y="10741"/>
                  </a:lnTo>
                  <a:lnTo>
                    <a:pt x="2290" y="11155"/>
                  </a:lnTo>
                  <a:lnTo>
                    <a:pt x="2777" y="11520"/>
                  </a:lnTo>
                  <a:lnTo>
                    <a:pt x="3020" y="11691"/>
                  </a:lnTo>
                  <a:lnTo>
                    <a:pt x="3288" y="11837"/>
                  </a:lnTo>
                  <a:lnTo>
                    <a:pt x="3556" y="11983"/>
                  </a:lnTo>
                  <a:lnTo>
                    <a:pt x="3848" y="12105"/>
                  </a:lnTo>
                  <a:lnTo>
                    <a:pt x="4141" y="12202"/>
                  </a:lnTo>
                  <a:lnTo>
                    <a:pt x="4433" y="12300"/>
                  </a:lnTo>
                  <a:lnTo>
                    <a:pt x="4725" y="12397"/>
                  </a:lnTo>
                  <a:lnTo>
                    <a:pt x="5017" y="12470"/>
                  </a:lnTo>
                  <a:lnTo>
                    <a:pt x="5334" y="12519"/>
                  </a:lnTo>
                  <a:lnTo>
                    <a:pt x="5651" y="12568"/>
                  </a:lnTo>
                  <a:lnTo>
                    <a:pt x="5967" y="12592"/>
                  </a:lnTo>
                  <a:lnTo>
                    <a:pt x="6284" y="12592"/>
                  </a:lnTo>
                  <a:lnTo>
                    <a:pt x="6284" y="12592"/>
                  </a:lnTo>
                  <a:lnTo>
                    <a:pt x="6625" y="12592"/>
                  </a:lnTo>
                  <a:lnTo>
                    <a:pt x="6941" y="12568"/>
                  </a:lnTo>
                  <a:lnTo>
                    <a:pt x="7258" y="12519"/>
                  </a:lnTo>
                  <a:lnTo>
                    <a:pt x="7550" y="12470"/>
                  </a:lnTo>
                  <a:lnTo>
                    <a:pt x="7867" y="12397"/>
                  </a:lnTo>
                  <a:lnTo>
                    <a:pt x="8159" y="12300"/>
                  </a:lnTo>
                  <a:lnTo>
                    <a:pt x="8451" y="12202"/>
                  </a:lnTo>
                  <a:lnTo>
                    <a:pt x="8744" y="12105"/>
                  </a:lnTo>
                  <a:lnTo>
                    <a:pt x="9012" y="11983"/>
                  </a:lnTo>
                  <a:lnTo>
                    <a:pt x="9279" y="11837"/>
                  </a:lnTo>
                  <a:lnTo>
                    <a:pt x="9547" y="11691"/>
                  </a:lnTo>
                  <a:lnTo>
                    <a:pt x="9815" y="11520"/>
                  </a:lnTo>
                  <a:lnTo>
                    <a:pt x="10302" y="11155"/>
                  </a:lnTo>
                  <a:lnTo>
                    <a:pt x="10741" y="10741"/>
                  </a:lnTo>
                  <a:lnTo>
                    <a:pt x="11155" y="10303"/>
                  </a:lnTo>
                  <a:lnTo>
                    <a:pt x="11520" y="9816"/>
                  </a:lnTo>
                  <a:lnTo>
                    <a:pt x="11666" y="9572"/>
                  </a:lnTo>
                  <a:lnTo>
                    <a:pt x="11812" y="9304"/>
                  </a:lnTo>
                  <a:lnTo>
                    <a:pt x="11958" y="9036"/>
                  </a:lnTo>
                  <a:lnTo>
                    <a:pt x="12080" y="8744"/>
                  </a:lnTo>
                  <a:lnTo>
                    <a:pt x="12202" y="8476"/>
                  </a:lnTo>
                  <a:lnTo>
                    <a:pt x="12299" y="8184"/>
                  </a:lnTo>
                  <a:lnTo>
                    <a:pt x="12397" y="7867"/>
                  </a:lnTo>
                  <a:lnTo>
                    <a:pt x="12446" y="7575"/>
                  </a:lnTo>
                  <a:lnTo>
                    <a:pt x="12519" y="7258"/>
                  </a:lnTo>
                  <a:lnTo>
                    <a:pt x="12543" y="6942"/>
                  </a:lnTo>
                  <a:lnTo>
                    <a:pt x="12567" y="6625"/>
                  </a:lnTo>
                  <a:lnTo>
                    <a:pt x="12592" y="6308"/>
                  </a:lnTo>
                  <a:lnTo>
                    <a:pt x="12592" y="6308"/>
                  </a:lnTo>
                  <a:lnTo>
                    <a:pt x="12567" y="5968"/>
                  </a:lnTo>
                  <a:lnTo>
                    <a:pt x="12543" y="5651"/>
                  </a:lnTo>
                  <a:lnTo>
                    <a:pt x="12519" y="5334"/>
                  </a:lnTo>
                  <a:lnTo>
                    <a:pt x="12446" y="5042"/>
                  </a:lnTo>
                  <a:lnTo>
                    <a:pt x="12397" y="4725"/>
                  </a:lnTo>
                  <a:lnTo>
                    <a:pt x="12299" y="4433"/>
                  </a:lnTo>
                  <a:lnTo>
                    <a:pt x="12202" y="4141"/>
                  </a:lnTo>
                  <a:lnTo>
                    <a:pt x="12080" y="3849"/>
                  </a:lnTo>
                  <a:lnTo>
                    <a:pt x="11958" y="3581"/>
                  </a:lnTo>
                  <a:lnTo>
                    <a:pt x="11812" y="3313"/>
                  </a:lnTo>
                  <a:lnTo>
                    <a:pt x="11666" y="3045"/>
                  </a:lnTo>
                  <a:lnTo>
                    <a:pt x="11520" y="2777"/>
                  </a:lnTo>
                  <a:lnTo>
                    <a:pt x="11155" y="2290"/>
                  </a:lnTo>
                  <a:lnTo>
                    <a:pt x="10741" y="1852"/>
                  </a:lnTo>
                  <a:lnTo>
                    <a:pt x="10302" y="1437"/>
                  </a:lnTo>
                  <a:lnTo>
                    <a:pt x="9815" y="1072"/>
                  </a:lnTo>
                  <a:lnTo>
                    <a:pt x="9547" y="926"/>
                  </a:lnTo>
                  <a:lnTo>
                    <a:pt x="9279" y="780"/>
                  </a:lnTo>
                  <a:lnTo>
                    <a:pt x="9012" y="634"/>
                  </a:lnTo>
                  <a:lnTo>
                    <a:pt x="8744" y="512"/>
                  </a:lnTo>
                  <a:lnTo>
                    <a:pt x="8451" y="390"/>
                  </a:lnTo>
                  <a:lnTo>
                    <a:pt x="8159" y="293"/>
                  </a:lnTo>
                  <a:lnTo>
                    <a:pt x="7867" y="220"/>
                  </a:lnTo>
                  <a:lnTo>
                    <a:pt x="7550" y="147"/>
                  </a:lnTo>
                  <a:lnTo>
                    <a:pt x="7258" y="74"/>
                  </a:lnTo>
                  <a:lnTo>
                    <a:pt x="6941" y="49"/>
                  </a:lnTo>
                  <a:lnTo>
                    <a:pt x="6625" y="25"/>
                  </a:lnTo>
                  <a:lnTo>
                    <a:pt x="6284" y="1"/>
                  </a:lnTo>
                  <a:lnTo>
                    <a:pt x="6284" y="1"/>
                  </a:lnTo>
                  <a:close/>
                </a:path>
              </a:pathLst>
            </a:custGeom>
            <a:noFill/>
            <a:ln w="19050" cap="rnd" cmpd="sng">
              <a:solidFill>
                <a:srgbClr val="18476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7"/>
            <p:cNvSpPr/>
            <p:nvPr/>
          </p:nvSpPr>
          <p:spPr>
            <a:xfrm>
              <a:off x="3988375" y="3021875"/>
              <a:ext cx="241750" cy="241750"/>
            </a:xfrm>
            <a:custGeom>
              <a:avLst/>
              <a:gdLst/>
              <a:ahLst/>
              <a:cxnLst/>
              <a:rect l="l" t="t" r="r" b="b"/>
              <a:pathLst>
                <a:path w="9670" h="9670" fill="none" extrusionOk="0">
                  <a:moveTo>
                    <a:pt x="4823" y="1"/>
                  </a:moveTo>
                  <a:lnTo>
                    <a:pt x="4823" y="1"/>
                  </a:lnTo>
                  <a:lnTo>
                    <a:pt x="4336" y="25"/>
                  </a:lnTo>
                  <a:lnTo>
                    <a:pt x="3849" y="98"/>
                  </a:lnTo>
                  <a:lnTo>
                    <a:pt x="3386" y="220"/>
                  </a:lnTo>
                  <a:lnTo>
                    <a:pt x="2947" y="391"/>
                  </a:lnTo>
                  <a:lnTo>
                    <a:pt x="2533" y="585"/>
                  </a:lnTo>
                  <a:lnTo>
                    <a:pt x="2144" y="829"/>
                  </a:lnTo>
                  <a:lnTo>
                    <a:pt x="1754" y="1121"/>
                  </a:lnTo>
                  <a:lnTo>
                    <a:pt x="1413" y="1438"/>
                  </a:lnTo>
                  <a:lnTo>
                    <a:pt x="1096" y="1779"/>
                  </a:lnTo>
                  <a:lnTo>
                    <a:pt x="829" y="2144"/>
                  </a:lnTo>
                  <a:lnTo>
                    <a:pt x="585" y="2534"/>
                  </a:lnTo>
                  <a:lnTo>
                    <a:pt x="390" y="2972"/>
                  </a:lnTo>
                  <a:lnTo>
                    <a:pt x="220" y="3411"/>
                  </a:lnTo>
                  <a:lnTo>
                    <a:pt x="98" y="3873"/>
                  </a:lnTo>
                  <a:lnTo>
                    <a:pt x="25" y="4336"/>
                  </a:lnTo>
                  <a:lnTo>
                    <a:pt x="1" y="4847"/>
                  </a:lnTo>
                  <a:lnTo>
                    <a:pt x="1" y="4847"/>
                  </a:lnTo>
                  <a:lnTo>
                    <a:pt x="25" y="5335"/>
                  </a:lnTo>
                  <a:lnTo>
                    <a:pt x="98" y="5822"/>
                  </a:lnTo>
                  <a:lnTo>
                    <a:pt x="220" y="6284"/>
                  </a:lnTo>
                  <a:lnTo>
                    <a:pt x="390" y="6723"/>
                  </a:lnTo>
                  <a:lnTo>
                    <a:pt x="585" y="7137"/>
                  </a:lnTo>
                  <a:lnTo>
                    <a:pt x="829" y="7527"/>
                  </a:lnTo>
                  <a:lnTo>
                    <a:pt x="1096" y="7916"/>
                  </a:lnTo>
                  <a:lnTo>
                    <a:pt x="1413" y="8257"/>
                  </a:lnTo>
                  <a:lnTo>
                    <a:pt x="1754" y="8574"/>
                  </a:lnTo>
                  <a:lnTo>
                    <a:pt x="2144" y="8842"/>
                  </a:lnTo>
                  <a:lnTo>
                    <a:pt x="2533" y="9085"/>
                  </a:lnTo>
                  <a:lnTo>
                    <a:pt x="2947" y="9280"/>
                  </a:lnTo>
                  <a:lnTo>
                    <a:pt x="3386" y="9451"/>
                  </a:lnTo>
                  <a:lnTo>
                    <a:pt x="3849" y="9572"/>
                  </a:lnTo>
                  <a:lnTo>
                    <a:pt x="4336" y="9645"/>
                  </a:lnTo>
                  <a:lnTo>
                    <a:pt x="4823" y="9670"/>
                  </a:lnTo>
                  <a:lnTo>
                    <a:pt x="4823" y="9670"/>
                  </a:lnTo>
                  <a:lnTo>
                    <a:pt x="5334" y="9645"/>
                  </a:lnTo>
                  <a:lnTo>
                    <a:pt x="5797" y="9572"/>
                  </a:lnTo>
                  <a:lnTo>
                    <a:pt x="6260" y="9451"/>
                  </a:lnTo>
                  <a:lnTo>
                    <a:pt x="6698" y="9280"/>
                  </a:lnTo>
                  <a:lnTo>
                    <a:pt x="7136" y="9085"/>
                  </a:lnTo>
                  <a:lnTo>
                    <a:pt x="7526" y="8842"/>
                  </a:lnTo>
                  <a:lnTo>
                    <a:pt x="7892" y="8574"/>
                  </a:lnTo>
                  <a:lnTo>
                    <a:pt x="8232" y="8257"/>
                  </a:lnTo>
                  <a:lnTo>
                    <a:pt x="8549" y="7916"/>
                  </a:lnTo>
                  <a:lnTo>
                    <a:pt x="8841" y="7527"/>
                  </a:lnTo>
                  <a:lnTo>
                    <a:pt x="9085" y="7137"/>
                  </a:lnTo>
                  <a:lnTo>
                    <a:pt x="9280" y="6723"/>
                  </a:lnTo>
                  <a:lnTo>
                    <a:pt x="9450" y="6284"/>
                  </a:lnTo>
                  <a:lnTo>
                    <a:pt x="9572" y="5822"/>
                  </a:lnTo>
                  <a:lnTo>
                    <a:pt x="9645" y="5335"/>
                  </a:lnTo>
                  <a:lnTo>
                    <a:pt x="9669" y="4847"/>
                  </a:lnTo>
                  <a:lnTo>
                    <a:pt x="9669" y="4847"/>
                  </a:lnTo>
                  <a:lnTo>
                    <a:pt x="9645" y="4336"/>
                  </a:lnTo>
                  <a:lnTo>
                    <a:pt x="9572" y="3873"/>
                  </a:lnTo>
                  <a:lnTo>
                    <a:pt x="9450" y="3411"/>
                  </a:lnTo>
                  <a:lnTo>
                    <a:pt x="9280" y="2972"/>
                  </a:lnTo>
                  <a:lnTo>
                    <a:pt x="9085" y="2534"/>
                  </a:lnTo>
                  <a:lnTo>
                    <a:pt x="8841" y="2144"/>
                  </a:lnTo>
                  <a:lnTo>
                    <a:pt x="8549" y="1779"/>
                  </a:lnTo>
                  <a:lnTo>
                    <a:pt x="8232" y="1438"/>
                  </a:lnTo>
                  <a:lnTo>
                    <a:pt x="7892" y="1121"/>
                  </a:lnTo>
                  <a:lnTo>
                    <a:pt x="7526" y="829"/>
                  </a:lnTo>
                  <a:lnTo>
                    <a:pt x="7136" y="585"/>
                  </a:lnTo>
                  <a:lnTo>
                    <a:pt x="6698" y="391"/>
                  </a:lnTo>
                  <a:lnTo>
                    <a:pt x="6260" y="220"/>
                  </a:lnTo>
                  <a:lnTo>
                    <a:pt x="5797" y="98"/>
                  </a:lnTo>
                  <a:lnTo>
                    <a:pt x="5334" y="25"/>
                  </a:lnTo>
                  <a:lnTo>
                    <a:pt x="4823" y="1"/>
                  </a:lnTo>
                  <a:lnTo>
                    <a:pt x="4823" y="1"/>
                  </a:lnTo>
                </a:path>
              </a:pathLst>
            </a:custGeom>
            <a:noFill/>
            <a:ln w="19050" cap="rnd" cmpd="sng">
              <a:solidFill>
                <a:srgbClr val="18476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7"/>
            <p:cNvSpPr/>
            <p:nvPr/>
          </p:nvSpPr>
          <p:spPr>
            <a:xfrm>
              <a:off x="4024300" y="3058425"/>
              <a:ext cx="84650" cy="84650"/>
            </a:xfrm>
            <a:custGeom>
              <a:avLst/>
              <a:gdLst/>
              <a:ahLst/>
              <a:cxnLst/>
              <a:rect l="l" t="t" r="r" b="b"/>
              <a:pathLst>
                <a:path w="3386" h="3386" fill="none" extrusionOk="0">
                  <a:moveTo>
                    <a:pt x="0" y="3385"/>
                  </a:moveTo>
                  <a:lnTo>
                    <a:pt x="0" y="3385"/>
                  </a:lnTo>
                  <a:lnTo>
                    <a:pt x="25" y="3020"/>
                  </a:lnTo>
                  <a:lnTo>
                    <a:pt x="74" y="2704"/>
                  </a:lnTo>
                  <a:lnTo>
                    <a:pt x="147" y="2363"/>
                  </a:lnTo>
                  <a:lnTo>
                    <a:pt x="268" y="2070"/>
                  </a:lnTo>
                  <a:lnTo>
                    <a:pt x="414" y="1754"/>
                  </a:lnTo>
                  <a:lnTo>
                    <a:pt x="585" y="1486"/>
                  </a:lnTo>
                  <a:lnTo>
                    <a:pt x="780" y="1218"/>
                  </a:lnTo>
                  <a:lnTo>
                    <a:pt x="999" y="974"/>
                  </a:lnTo>
                  <a:lnTo>
                    <a:pt x="1243" y="755"/>
                  </a:lnTo>
                  <a:lnTo>
                    <a:pt x="1510" y="560"/>
                  </a:lnTo>
                  <a:lnTo>
                    <a:pt x="1778" y="390"/>
                  </a:lnTo>
                  <a:lnTo>
                    <a:pt x="2071" y="244"/>
                  </a:lnTo>
                  <a:lnTo>
                    <a:pt x="2387" y="146"/>
                  </a:lnTo>
                  <a:lnTo>
                    <a:pt x="2704" y="49"/>
                  </a:lnTo>
                  <a:lnTo>
                    <a:pt x="3045" y="0"/>
                  </a:lnTo>
                  <a:lnTo>
                    <a:pt x="3386" y="0"/>
                  </a:lnTo>
                </a:path>
              </a:pathLst>
            </a:custGeom>
            <a:noFill/>
            <a:ln w="19050" cap="rnd" cmpd="sng">
              <a:solidFill>
                <a:srgbClr val="18476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7"/>
            <p:cNvSpPr/>
            <p:nvPr/>
          </p:nvSpPr>
          <p:spPr>
            <a:xfrm>
              <a:off x="4205750" y="3248375"/>
              <a:ext cx="154050" cy="153475"/>
            </a:xfrm>
            <a:custGeom>
              <a:avLst/>
              <a:gdLst/>
              <a:ahLst/>
              <a:cxnLst/>
              <a:rect l="l" t="t" r="r" b="b"/>
              <a:pathLst>
                <a:path w="6162" h="6139" fill="none" extrusionOk="0">
                  <a:moveTo>
                    <a:pt x="0" y="1024"/>
                  </a:moveTo>
                  <a:lnTo>
                    <a:pt x="4969" y="5992"/>
                  </a:lnTo>
                  <a:lnTo>
                    <a:pt x="4969" y="5992"/>
                  </a:lnTo>
                  <a:lnTo>
                    <a:pt x="5042" y="6041"/>
                  </a:lnTo>
                  <a:lnTo>
                    <a:pt x="5115" y="6090"/>
                  </a:lnTo>
                  <a:lnTo>
                    <a:pt x="5212" y="6114"/>
                  </a:lnTo>
                  <a:lnTo>
                    <a:pt x="5310" y="6138"/>
                  </a:lnTo>
                  <a:lnTo>
                    <a:pt x="5407" y="6114"/>
                  </a:lnTo>
                  <a:lnTo>
                    <a:pt x="5480" y="6090"/>
                  </a:lnTo>
                  <a:lnTo>
                    <a:pt x="5577" y="6041"/>
                  </a:lnTo>
                  <a:lnTo>
                    <a:pt x="5651" y="5992"/>
                  </a:lnTo>
                  <a:lnTo>
                    <a:pt x="6016" y="5627"/>
                  </a:lnTo>
                  <a:lnTo>
                    <a:pt x="6016" y="5627"/>
                  </a:lnTo>
                  <a:lnTo>
                    <a:pt x="6089" y="5554"/>
                  </a:lnTo>
                  <a:lnTo>
                    <a:pt x="6138" y="5456"/>
                  </a:lnTo>
                  <a:lnTo>
                    <a:pt x="6162" y="5359"/>
                  </a:lnTo>
                  <a:lnTo>
                    <a:pt x="6162" y="5286"/>
                  </a:lnTo>
                  <a:lnTo>
                    <a:pt x="6162" y="5188"/>
                  </a:lnTo>
                  <a:lnTo>
                    <a:pt x="6138" y="5091"/>
                  </a:lnTo>
                  <a:lnTo>
                    <a:pt x="6089" y="5018"/>
                  </a:lnTo>
                  <a:lnTo>
                    <a:pt x="6016" y="4921"/>
                  </a:lnTo>
                  <a:lnTo>
                    <a:pt x="1072" y="1"/>
                  </a:lnTo>
                </a:path>
              </a:pathLst>
            </a:custGeom>
            <a:noFill/>
            <a:ln w="19050" cap="rnd" cmpd="sng">
              <a:solidFill>
                <a:srgbClr val="18476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0" name="Google Shape;240;p7"/>
          <p:cNvSpPr txBox="1">
            <a:spLocks noGrp="1"/>
          </p:cNvSpPr>
          <p:nvPr>
            <p:ph type="sldNum" idx="12"/>
          </p:nvPr>
        </p:nvSpPr>
        <p:spPr>
          <a:xfrm>
            <a:off x="13557" y="4785525"/>
            <a:ext cx="548700" cy="3579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1"/>
        <p:cNvGrpSpPr/>
        <p:nvPr/>
      </p:nvGrpSpPr>
      <p:grpSpPr>
        <a:xfrm>
          <a:off x="0" y="0"/>
          <a:ext cx="0" cy="0"/>
          <a:chOff x="0" y="0"/>
          <a:chExt cx="0" cy="0"/>
        </a:xfrm>
      </p:grpSpPr>
      <p:sp>
        <p:nvSpPr>
          <p:cNvPr id="242" name="Google Shape;242;p8"/>
          <p:cNvSpPr/>
          <p:nvPr/>
        </p:nvSpPr>
        <p:spPr>
          <a:xfrm rot="10800000" flipH="1">
            <a:off x="7663675" y="3684808"/>
            <a:ext cx="1034700" cy="895800"/>
          </a:xfrm>
          <a:custGeom>
            <a:avLst/>
            <a:gdLst/>
            <a:ahLst/>
            <a:cxnLst/>
            <a:rect l="l" t="t" r="r" b="b"/>
            <a:pathLst>
              <a:path w="120000" h="120000" extrusionOk="0">
                <a:moveTo>
                  <a:pt x="30000" y="0"/>
                </a:moveTo>
                <a:lnTo>
                  <a:pt x="0" y="59994"/>
                </a:lnTo>
                <a:lnTo>
                  <a:pt x="30000" y="120000"/>
                </a:lnTo>
                <a:lnTo>
                  <a:pt x="90000" y="120000"/>
                </a:lnTo>
                <a:lnTo>
                  <a:pt x="120000" y="59994"/>
                </a:lnTo>
                <a:lnTo>
                  <a:pt x="90000" y="0"/>
                </a:lnTo>
                <a:lnTo>
                  <a:pt x="30000" y="0"/>
                </a:lnTo>
                <a:close/>
                <a:moveTo>
                  <a:pt x="38477" y="16950"/>
                </a:moveTo>
                <a:lnTo>
                  <a:pt x="81522" y="16950"/>
                </a:lnTo>
                <a:lnTo>
                  <a:pt x="103033" y="59994"/>
                </a:lnTo>
                <a:lnTo>
                  <a:pt x="81522" y="103038"/>
                </a:lnTo>
                <a:lnTo>
                  <a:pt x="38477" y="103038"/>
                </a:lnTo>
                <a:lnTo>
                  <a:pt x="16955" y="59994"/>
                </a:lnTo>
                <a:lnTo>
                  <a:pt x="38477" y="16950"/>
                </a:lnTo>
                <a:close/>
              </a:path>
            </a:pathLst>
          </a:custGeom>
          <a:gradFill>
            <a:gsLst>
              <a:gs pos="0">
                <a:srgbClr val="3393E2"/>
              </a:gs>
              <a:gs pos="100000">
                <a:srgbClr val="00E2C7"/>
              </a:gs>
            </a:gsLst>
            <a:lin ang="6983783" scaled="0"/>
          </a:gra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243" name="Google Shape;243;p8"/>
          <p:cNvSpPr/>
          <p:nvPr/>
        </p:nvSpPr>
        <p:spPr>
          <a:xfrm rot="5400000">
            <a:off x="499599" y="157100"/>
            <a:ext cx="1146000" cy="1323300"/>
          </a:xfrm>
          <a:custGeom>
            <a:avLst/>
            <a:gdLst/>
            <a:ahLst/>
            <a:cxnLst/>
            <a:rect l="l" t="t" r="r" b="b"/>
            <a:pathLst>
              <a:path w="120000" h="120000" extrusionOk="0">
                <a:moveTo>
                  <a:pt x="60000" y="0"/>
                </a:moveTo>
                <a:lnTo>
                  <a:pt x="120000" y="30000"/>
                </a:lnTo>
                <a:lnTo>
                  <a:pt x="120000" y="90000"/>
                </a:lnTo>
                <a:lnTo>
                  <a:pt x="60000" y="120000"/>
                </a:lnTo>
                <a:lnTo>
                  <a:pt x="0" y="90000"/>
                </a:lnTo>
                <a:lnTo>
                  <a:pt x="0" y="30000"/>
                </a:lnTo>
                <a:close/>
              </a:path>
            </a:pathLst>
          </a:custGeom>
          <a:gradFill>
            <a:gsLst>
              <a:gs pos="0">
                <a:srgbClr val="3393E2"/>
              </a:gs>
              <a:gs pos="100000">
                <a:srgbClr val="00E2C7"/>
              </a:gs>
            </a:gsLst>
            <a:path path="circle">
              <a:fillToRect l="100000" b="100000"/>
            </a:path>
            <a:tileRect t="-100000" r="-100000"/>
          </a:gra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244" name="Google Shape;244;p8"/>
          <p:cNvSpPr txBox="1">
            <a:spLocks noGrp="1"/>
          </p:cNvSpPr>
          <p:nvPr>
            <p:ph type="title"/>
          </p:nvPr>
        </p:nvSpPr>
        <p:spPr>
          <a:xfrm>
            <a:off x="1732700" y="821200"/>
            <a:ext cx="4944300" cy="645300"/>
          </a:xfrm>
          <a:prstGeom prst="rect">
            <a:avLst/>
          </a:prstGeom>
        </p:spPr>
        <p:txBody>
          <a:bodyPr spcFirstLastPara="1" wrap="square" lIns="91425" tIns="91425" rIns="91425" bIns="91425" anchor="t" anchorCtr="0">
            <a:noAutofit/>
          </a:bodyPr>
          <a:lstStyle>
            <a:lvl1pPr lvl="0">
              <a:spcBef>
                <a:spcPts val="0"/>
              </a:spcBef>
              <a:spcAft>
                <a:spcPts val="0"/>
              </a:spcAft>
              <a:buSzPts val="4000"/>
              <a:buNone/>
              <a:defRPr/>
            </a:lvl1pPr>
            <a:lvl2pPr lvl="1">
              <a:spcBef>
                <a:spcPts val="0"/>
              </a:spcBef>
              <a:spcAft>
                <a:spcPts val="0"/>
              </a:spcAft>
              <a:buSzPts val="4000"/>
              <a:buNone/>
              <a:defRPr/>
            </a:lvl2pPr>
            <a:lvl3pPr lvl="2">
              <a:spcBef>
                <a:spcPts val="0"/>
              </a:spcBef>
              <a:spcAft>
                <a:spcPts val="0"/>
              </a:spcAft>
              <a:buSzPts val="4000"/>
              <a:buNone/>
              <a:defRPr/>
            </a:lvl3pPr>
            <a:lvl4pPr lvl="3">
              <a:spcBef>
                <a:spcPts val="0"/>
              </a:spcBef>
              <a:spcAft>
                <a:spcPts val="0"/>
              </a:spcAft>
              <a:buSzPts val="4000"/>
              <a:buNone/>
              <a:defRPr/>
            </a:lvl4pPr>
            <a:lvl5pPr lvl="4">
              <a:spcBef>
                <a:spcPts val="0"/>
              </a:spcBef>
              <a:spcAft>
                <a:spcPts val="0"/>
              </a:spcAft>
              <a:buSzPts val="4000"/>
              <a:buNone/>
              <a:defRPr/>
            </a:lvl5pPr>
            <a:lvl6pPr lvl="5">
              <a:spcBef>
                <a:spcPts val="0"/>
              </a:spcBef>
              <a:spcAft>
                <a:spcPts val="0"/>
              </a:spcAft>
              <a:buSzPts val="4000"/>
              <a:buNone/>
              <a:defRPr/>
            </a:lvl6pPr>
            <a:lvl7pPr lvl="6">
              <a:spcBef>
                <a:spcPts val="0"/>
              </a:spcBef>
              <a:spcAft>
                <a:spcPts val="0"/>
              </a:spcAft>
              <a:buSzPts val="4000"/>
              <a:buNone/>
              <a:defRPr/>
            </a:lvl7pPr>
            <a:lvl8pPr lvl="7">
              <a:spcBef>
                <a:spcPts val="0"/>
              </a:spcBef>
              <a:spcAft>
                <a:spcPts val="0"/>
              </a:spcAft>
              <a:buSzPts val="4000"/>
              <a:buNone/>
              <a:defRPr/>
            </a:lvl8pPr>
            <a:lvl9pPr lvl="8">
              <a:spcBef>
                <a:spcPts val="0"/>
              </a:spcBef>
              <a:spcAft>
                <a:spcPts val="0"/>
              </a:spcAft>
              <a:buSzPts val="4000"/>
              <a:buNone/>
              <a:defRPr/>
            </a:lvl9pPr>
          </a:lstStyle>
          <a:p>
            <a:endParaRPr/>
          </a:p>
        </p:txBody>
      </p:sp>
      <p:sp>
        <p:nvSpPr>
          <p:cNvPr id="245" name="Google Shape;245;p8"/>
          <p:cNvSpPr/>
          <p:nvPr/>
        </p:nvSpPr>
        <p:spPr>
          <a:xfrm rot="10800000" flipH="1">
            <a:off x="-123826" y="1058975"/>
            <a:ext cx="819900" cy="710100"/>
          </a:xfrm>
          <a:prstGeom prst="hexagon">
            <a:avLst>
              <a:gd name="adj" fmla="val 28678"/>
              <a:gd name="vf" fmla="val 115470"/>
            </a:avLst>
          </a:prstGeom>
          <a:noFill/>
          <a:ln w="9525" cap="flat" cmpd="sng">
            <a:solidFill>
              <a:srgbClr val="19BBD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8"/>
          <p:cNvSpPr/>
          <p:nvPr/>
        </p:nvSpPr>
        <p:spPr>
          <a:xfrm rot="10800000" flipH="1">
            <a:off x="638175" y="1440100"/>
            <a:ext cx="428700" cy="371100"/>
          </a:xfrm>
          <a:prstGeom prst="hexagon">
            <a:avLst>
              <a:gd name="adj" fmla="val 28678"/>
              <a:gd name="vf" fmla="val 115470"/>
            </a:avLst>
          </a:prstGeom>
          <a:solidFill>
            <a:srgbClr val="1847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8"/>
          <p:cNvSpPr/>
          <p:nvPr/>
        </p:nvSpPr>
        <p:spPr>
          <a:xfrm rot="10800000" flipH="1">
            <a:off x="1495424" y="-131650"/>
            <a:ext cx="819900" cy="710100"/>
          </a:xfrm>
          <a:prstGeom prst="hexagon">
            <a:avLst>
              <a:gd name="adj" fmla="val 28678"/>
              <a:gd name="vf" fmla="val 115470"/>
            </a:avLst>
          </a:prstGeom>
          <a:noFill/>
          <a:ln w="76200" cap="flat" cmpd="sng">
            <a:solidFill>
              <a:srgbClr val="184769"/>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8"/>
          <p:cNvSpPr/>
          <p:nvPr/>
        </p:nvSpPr>
        <p:spPr>
          <a:xfrm rot="10800000" flipH="1">
            <a:off x="327800" y="88925"/>
            <a:ext cx="358800" cy="310500"/>
          </a:xfrm>
          <a:prstGeom prst="hexagon">
            <a:avLst>
              <a:gd name="adj" fmla="val 28678"/>
              <a:gd name="vf" fmla="val 115470"/>
            </a:avLst>
          </a:prstGeom>
          <a:solidFill>
            <a:srgbClr val="00E1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9" name="Google Shape;249;p8"/>
          <p:cNvGrpSpPr/>
          <p:nvPr/>
        </p:nvGrpSpPr>
        <p:grpSpPr>
          <a:xfrm>
            <a:off x="1729784" y="61068"/>
            <a:ext cx="351204" cy="324661"/>
            <a:chOff x="5975075" y="2327500"/>
            <a:chExt cx="420100" cy="388350"/>
          </a:xfrm>
        </p:grpSpPr>
        <p:sp>
          <p:nvSpPr>
            <p:cNvPr id="250" name="Google Shape;250;p8"/>
            <p:cNvSpPr/>
            <p:nvPr/>
          </p:nvSpPr>
          <p:spPr>
            <a:xfrm>
              <a:off x="5975075" y="2474650"/>
              <a:ext cx="98325" cy="220450"/>
            </a:xfrm>
            <a:custGeom>
              <a:avLst/>
              <a:gdLst/>
              <a:ahLst/>
              <a:cxnLst/>
              <a:rect l="l" t="t" r="r" b="b"/>
              <a:pathLst>
                <a:path w="3933" h="8818" extrusionOk="0">
                  <a:moveTo>
                    <a:pt x="2418" y="1002"/>
                  </a:moveTo>
                  <a:lnTo>
                    <a:pt x="2565" y="1027"/>
                  </a:lnTo>
                  <a:lnTo>
                    <a:pt x="2687" y="1075"/>
                  </a:lnTo>
                  <a:lnTo>
                    <a:pt x="2809" y="1124"/>
                  </a:lnTo>
                  <a:lnTo>
                    <a:pt x="2907" y="1222"/>
                  </a:lnTo>
                  <a:lnTo>
                    <a:pt x="3005" y="1320"/>
                  </a:lnTo>
                  <a:lnTo>
                    <a:pt x="3078" y="1442"/>
                  </a:lnTo>
                  <a:lnTo>
                    <a:pt x="3102" y="1564"/>
                  </a:lnTo>
                  <a:lnTo>
                    <a:pt x="3127" y="1710"/>
                  </a:lnTo>
                  <a:lnTo>
                    <a:pt x="3102" y="1857"/>
                  </a:lnTo>
                  <a:lnTo>
                    <a:pt x="3078" y="1979"/>
                  </a:lnTo>
                  <a:lnTo>
                    <a:pt x="3005" y="2101"/>
                  </a:lnTo>
                  <a:lnTo>
                    <a:pt x="2907" y="2223"/>
                  </a:lnTo>
                  <a:lnTo>
                    <a:pt x="2809" y="2297"/>
                  </a:lnTo>
                  <a:lnTo>
                    <a:pt x="2687" y="2370"/>
                  </a:lnTo>
                  <a:lnTo>
                    <a:pt x="2565" y="2394"/>
                  </a:lnTo>
                  <a:lnTo>
                    <a:pt x="2418" y="2419"/>
                  </a:lnTo>
                  <a:lnTo>
                    <a:pt x="2272" y="2394"/>
                  </a:lnTo>
                  <a:lnTo>
                    <a:pt x="2150" y="2370"/>
                  </a:lnTo>
                  <a:lnTo>
                    <a:pt x="2028" y="2297"/>
                  </a:lnTo>
                  <a:lnTo>
                    <a:pt x="1930" y="2223"/>
                  </a:lnTo>
                  <a:lnTo>
                    <a:pt x="1832" y="2101"/>
                  </a:lnTo>
                  <a:lnTo>
                    <a:pt x="1759" y="1979"/>
                  </a:lnTo>
                  <a:lnTo>
                    <a:pt x="1735" y="1857"/>
                  </a:lnTo>
                  <a:lnTo>
                    <a:pt x="1710" y="1710"/>
                  </a:lnTo>
                  <a:lnTo>
                    <a:pt x="1735" y="1564"/>
                  </a:lnTo>
                  <a:lnTo>
                    <a:pt x="1759" y="1442"/>
                  </a:lnTo>
                  <a:lnTo>
                    <a:pt x="1832" y="1320"/>
                  </a:lnTo>
                  <a:lnTo>
                    <a:pt x="1930" y="1222"/>
                  </a:lnTo>
                  <a:lnTo>
                    <a:pt x="2028" y="1124"/>
                  </a:lnTo>
                  <a:lnTo>
                    <a:pt x="2150" y="1075"/>
                  </a:lnTo>
                  <a:lnTo>
                    <a:pt x="2272" y="1027"/>
                  </a:lnTo>
                  <a:lnTo>
                    <a:pt x="2418" y="1002"/>
                  </a:lnTo>
                  <a:close/>
                  <a:moveTo>
                    <a:pt x="1" y="1"/>
                  </a:moveTo>
                  <a:lnTo>
                    <a:pt x="1" y="8817"/>
                  </a:lnTo>
                  <a:lnTo>
                    <a:pt x="3933" y="8817"/>
                  </a:lnTo>
                  <a:lnTo>
                    <a:pt x="3933" y="1"/>
                  </a:lnTo>
                  <a:close/>
                </a:path>
              </a:pathLst>
            </a:custGeom>
            <a:solidFill>
              <a:srgbClr val="1847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8"/>
            <p:cNvSpPr/>
            <p:nvPr/>
          </p:nvSpPr>
          <p:spPr>
            <a:xfrm>
              <a:off x="6088025" y="2327500"/>
              <a:ext cx="307150" cy="388350"/>
            </a:xfrm>
            <a:custGeom>
              <a:avLst/>
              <a:gdLst/>
              <a:ahLst/>
              <a:cxnLst/>
              <a:rect l="l" t="t" r="r" b="b"/>
              <a:pathLst>
                <a:path w="12286" h="15534" extrusionOk="0">
                  <a:moveTo>
                    <a:pt x="6326" y="1"/>
                  </a:moveTo>
                  <a:lnTo>
                    <a:pt x="5960" y="25"/>
                  </a:lnTo>
                  <a:lnTo>
                    <a:pt x="5716" y="74"/>
                  </a:lnTo>
                  <a:lnTo>
                    <a:pt x="5520" y="147"/>
                  </a:lnTo>
                  <a:lnTo>
                    <a:pt x="5374" y="221"/>
                  </a:lnTo>
                  <a:lnTo>
                    <a:pt x="4983" y="1466"/>
                  </a:lnTo>
                  <a:lnTo>
                    <a:pt x="4788" y="2028"/>
                  </a:lnTo>
                  <a:lnTo>
                    <a:pt x="4592" y="2541"/>
                  </a:lnTo>
                  <a:lnTo>
                    <a:pt x="4397" y="3005"/>
                  </a:lnTo>
                  <a:lnTo>
                    <a:pt x="4202" y="3396"/>
                  </a:lnTo>
                  <a:lnTo>
                    <a:pt x="4031" y="3689"/>
                  </a:lnTo>
                  <a:lnTo>
                    <a:pt x="3884" y="3933"/>
                  </a:lnTo>
                  <a:lnTo>
                    <a:pt x="3664" y="4153"/>
                  </a:lnTo>
                  <a:lnTo>
                    <a:pt x="3322" y="4495"/>
                  </a:lnTo>
                  <a:lnTo>
                    <a:pt x="2516" y="5252"/>
                  </a:lnTo>
                  <a:lnTo>
                    <a:pt x="1442" y="6229"/>
                  </a:lnTo>
                  <a:lnTo>
                    <a:pt x="1" y="6229"/>
                  </a:lnTo>
                  <a:lnTo>
                    <a:pt x="1" y="13433"/>
                  </a:lnTo>
                  <a:lnTo>
                    <a:pt x="1515" y="13433"/>
                  </a:lnTo>
                  <a:lnTo>
                    <a:pt x="2004" y="13678"/>
                  </a:lnTo>
                  <a:lnTo>
                    <a:pt x="2687" y="13971"/>
                  </a:lnTo>
                  <a:lnTo>
                    <a:pt x="3567" y="14313"/>
                  </a:lnTo>
                  <a:lnTo>
                    <a:pt x="4544" y="14679"/>
                  </a:lnTo>
                  <a:lnTo>
                    <a:pt x="5594" y="14997"/>
                  </a:lnTo>
                  <a:lnTo>
                    <a:pt x="6131" y="15143"/>
                  </a:lnTo>
                  <a:lnTo>
                    <a:pt x="6668" y="15265"/>
                  </a:lnTo>
                  <a:lnTo>
                    <a:pt x="7181" y="15387"/>
                  </a:lnTo>
                  <a:lnTo>
                    <a:pt x="7694" y="15461"/>
                  </a:lnTo>
                  <a:lnTo>
                    <a:pt x="8158" y="15509"/>
                  </a:lnTo>
                  <a:lnTo>
                    <a:pt x="8622" y="15534"/>
                  </a:lnTo>
                  <a:lnTo>
                    <a:pt x="9404" y="15534"/>
                  </a:lnTo>
                  <a:lnTo>
                    <a:pt x="9819" y="15509"/>
                  </a:lnTo>
                  <a:lnTo>
                    <a:pt x="10210" y="15461"/>
                  </a:lnTo>
                  <a:lnTo>
                    <a:pt x="10552" y="15363"/>
                  </a:lnTo>
                  <a:lnTo>
                    <a:pt x="10723" y="15314"/>
                  </a:lnTo>
                  <a:lnTo>
                    <a:pt x="10845" y="15265"/>
                  </a:lnTo>
                  <a:lnTo>
                    <a:pt x="10967" y="15192"/>
                  </a:lnTo>
                  <a:lnTo>
                    <a:pt x="11064" y="15094"/>
                  </a:lnTo>
                  <a:lnTo>
                    <a:pt x="11113" y="14997"/>
                  </a:lnTo>
                  <a:lnTo>
                    <a:pt x="11162" y="14874"/>
                  </a:lnTo>
                  <a:lnTo>
                    <a:pt x="11235" y="14166"/>
                  </a:lnTo>
                  <a:lnTo>
                    <a:pt x="11211" y="13995"/>
                  </a:lnTo>
                  <a:lnTo>
                    <a:pt x="11162" y="13849"/>
                  </a:lnTo>
                  <a:lnTo>
                    <a:pt x="11064" y="13702"/>
                  </a:lnTo>
                  <a:lnTo>
                    <a:pt x="10918" y="13580"/>
                  </a:lnTo>
                  <a:lnTo>
                    <a:pt x="11040" y="13556"/>
                  </a:lnTo>
                  <a:lnTo>
                    <a:pt x="11162" y="13507"/>
                  </a:lnTo>
                  <a:lnTo>
                    <a:pt x="11284" y="13458"/>
                  </a:lnTo>
                  <a:lnTo>
                    <a:pt x="11382" y="13360"/>
                  </a:lnTo>
                  <a:lnTo>
                    <a:pt x="11455" y="13263"/>
                  </a:lnTo>
                  <a:lnTo>
                    <a:pt x="11528" y="13140"/>
                  </a:lnTo>
                  <a:lnTo>
                    <a:pt x="11577" y="12994"/>
                  </a:lnTo>
                  <a:lnTo>
                    <a:pt x="11602" y="12872"/>
                  </a:lnTo>
                  <a:lnTo>
                    <a:pt x="11675" y="11993"/>
                  </a:lnTo>
                  <a:lnTo>
                    <a:pt x="11675" y="11870"/>
                  </a:lnTo>
                  <a:lnTo>
                    <a:pt x="11675" y="11773"/>
                  </a:lnTo>
                  <a:lnTo>
                    <a:pt x="11651" y="11651"/>
                  </a:lnTo>
                  <a:lnTo>
                    <a:pt x="11602" y="11553"/>
                  </a:lnTo>
                  <a:lnTo>
                    <a:pt x="11480" y="11382"/>
                  </a:lnTo>
                  <a:lnTo>
                    <a:pt x="11406" y="11309"/>
                  </a:lnTo>
                  <a:lnTo>
                    <a:pt x="11333" y="11235"/>
                  </a:lnTo>
                  <a:lnTo>
                    <a:pt x="11455" y="11211"/>
                  </a:lnTo>
                  <a:lnTo>
                    <a:pt x="11553" y="11162"/>
                  </a:lnTo>
                  <a:lnTo>
                    <a:pt x="11651" y="11089"/>
                  </a:lnTo>
                  <a:lnTo>
                    <a:pt x="11748" y="10991"/>
                  </a:lnTo>
                  <a:lnTo>
                    <a:pt x="11822" y="10893"/>
                  </a:lnTo>
                  <a:lnTo>
                    <a:pt x="11870" y="10796"/>
                  </a:lnTo>
                  <a:lnTo>
                    <a:pt x="11919" y="10674"/>
                  </a:lnTo>
                  <a:lnTo>
                    <a:pt x="11944" y="10527"/>
                  </a:lnTo>
                  <a:lnTo>
                    <a:pt x="12017" y="9672"/>
                  </a:lnTo>
                  <a:lnTo>
                    <a:pt x="12017" y="9550"/>
                  </a:lnTo>
                  <a:lnTo>
                    <a:pt x="12017" y="9428"/>
                  </a:lnTo>
                  <a:lnTo>
                    <a:pt x="11993" y="9306"/>
                  </a:lnTo>
                  <a:lnTo>
                    <a:pt x="11944" y="9208"/>
                  </a:lnTo>
                  <a:lnTo>
                    <a:pt x="11895" y="9111"/>
                  </a:lnTo>
                  <a:lnTo>
                    <a:pt x="11822" y="9037"/>
                  </a:lnTo>
                  <a:lnTo>
                    <a:pt x="11748" y="8964"/>
                  </a:lnTo>
                  <a:lnTo>
                    <a:pt x="11651" y="8891"/>
                  </a:lnTo>
                  <a:lnTo>
                    <a:pt x="11748" y="8866"/>
                  </a:lnTo>
                  <a:lnTo>
                    <a:pt x="11846" y="8793"/>
                  </a:lnTo>
                  <a:lnTo>
                    <a:pt x="11944" y="8720"/>
                  </a:lnTo>
                  <a:lnTo>
                    <a:pt x="12017" y="8647"/>
                  </a:lnTo>
                  <a:lnTo>
                    <a:pt x="12090" y="8549"/>
                  </a:lnTo>
                  <a:lnTo>
                    <a:pt x="12139" y="8451"/>
                  </a:lnTo>
                  <a:lnTo>
                    <a:pt x="12163" y="8329"/>
                  </a:lnTo>
                  <a:lnTo>
                    <a:pt x="12188" y="8207"/>
                  </a:lnTo>
                  <a:lnTo>
                    <a:pt x="12286" y="7328"/>
                  </a:lnTo>
                  <a:lnTo>
                    <a:pt x="12261" y="7206"/>
                  </a:lnTo>
                  <a:lnTo>
                    <a:pt x="12237" y="7083"/>
                  </a:lnTo>
                  <a:lnTo>
                    <a:pt x="12188" y="6986"/>
                  </a:lnTo>
                  <a:lnTo>
                    <a:pt x="12139" y="6888"/>
                  </a:lnTo>
                  <a:lnTo>
                    <a:pt x="12066" y="6790"/>
                  </a:lnTo>
                  <a:lnTo>
                    <a:pt x="11968" y="6717"/>
                  </a:lnTo>
                  <a:lnTo>
                    <a:pt x="11748" y="6571"/>
                  </a:lnTo>
                  <a:lnTo>
                    <a:pt x="11504" y="6448"/>
                  </a:lnTo>
                  <a:lnTo>
                    <a:pt x="11211" y="6351"/>
                  </a:lnTo>
                  <a:lnTo>
                    <a:pt x="10893" y="6278"/>
                  </a:lnTo>
                  <a:lnTo>
                    <a:pt x="10576" y="6229"/>
                  </a:lnTo>
                  <a:lnTo>
                    <a:pt x="9892" y="6131"/>
                  </a:lnTo>
                  <a:lnTo>
                    <a:pt x="8842" y="6033"/>
                  </a:lnTo>
                  <a:lnTo>
                    <a:pt x="7596" y="5960"/>
                  </a:lnTo>
                  <a:lnTo>
                    <a:pt x="6326" y="5887"/>
                  </a:lnTo>
                  <a:lnTo>
                    <a:pt x="6497" y="5594"/>
                  </a:lnTo>
                  <a:lnTo>
                    <a:pt x="6644" y="5252"/>
                  </a:lnTo>
                  <a:lnTo>
                    <a:pt x="6790" y="4885"/>
                  </a:lnTo>
                  <a:lnTo>
                    <a:pt x="6888" y="4495"/>
                  </a:lnTo>
                  <a:lnTo>
                    <a:pt x="6986" y="4104"/>
                  </a:lnTo>
                  <a:lnTo>
                    <a:pt x="7083" y="3689"/>
                  </a:lnTo>
                  <a:lnTo>
                    <a:pt x="7181" y="2883"/>
                  </a:lnTo>
                  <a:lnTo>
                    <a:pt x="7254" y="2150"/>
                  </a:lnTo>
                  <a:lnTo>
                    <a:pt x="7303" y="1539"/>
                  </a:lnTo>
                  <a:lnTo>
                    <a:pt x="7303" y="978"/>
                  </a:lnTo>
                  <a:lnTo>
                    <a:pt x="7303" y="807"/>
                  </a:lnTo>
                  <a:lnTo>
                    <a:pt x="7230" y="611"/>
                  </a:lnTo>
                  <a:lnTo>
                    <a:pt x="7157" y="465"/>
                  </a:lnTo>
                  <a:lnTo>
                    <a:pt x="7035" y="318"/>
                  </a:lnTo>
                  <a:lnTo>
                    <a:pt x="6888" y="172"/>
                  </a:lnTo>
                  <a:lnTo>
                    <a:pt x="6717" y="98"/>
                  </a:lnTo>
                  <a:lnTo>
                    <a:pt x="6522" y="25"/>
                  </a:lnTo>
                  <a:lnTo>
                    <a:pt x="6326" y="1"/>
                  </a:lnTo>
                  <a:close/>
                </a:path>
              </a:pathLst>
            </a:custGeom>
            <a:solidFill>
              <a:srgbClr val="1847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2" name="Google Shape;252;p8"/>
          <p:cNvSpPr/>
          <p:nvPr/>
        </p:nvSpPr>
        <p:spPr>
          <a:xfrm>
            <a:off x="203100" y="1270177"/>
            <a:ext cx="166061" cy="287704"/>
          </a:xfrm>
          <a:custGeom>
            <a:avLst/>
            <a:gdLst/>
            <a:ahLst/>
            <a:cxnLst/>
            <a:rect l="l" t="t" r="r" b="b"/>
            <a:pathLst>
              <a:path w="11870" h="20565" extrusionOk="0">
                <a:moveTo>
                  <a:pt x="6301" y="977"/>
                </a:moveTo>
                <a:lnTo>
                  <a:pt x="6423" y="1002"/>
                </a:lnTo>
                <a:lnTo>
                  <a:pt x="6497" y="1075"/>
                </a:lnTo>
                <a:lnTo>
                  <a:pt x="6570" y="1148"/>
                </a:lnTo>
                <a:lnTo>
                  <a:pt x="6594" y="1270"/>
                </a:lnTo>
                <a:lnTo>
                  <a:pt x="6570" y="1368"/>
                </a:lnTo>
                <a:lnTo>
                  <a:pt x="6497" y="1466"/>
                </a:lnTo>
                <a:lnTo>
                  <a:pt x="6423" y="1515"/>
                </a:lnTo>
                <a:lnTo>
                  <a:pt x="6301" y="1539"/>
                </a:lnTo>
                <a:lnTo>
                  <a:pt x="5569" y="1539"/>
                </a:lnTo>
                <a:lnTo>
                  <a:pt x="5446" y="1515"/>
                </a:lnTo>
                <a:lnTo>
                  <a:pt x="5373" y="1466"/>
                </a:lnTo>
                <a:lnTo>
                  <a:pt x="5300" y="1368"/>
                </a:lnTo>
                <a:lnTo>
                  <a:pt x="5276" y="1270"/>
                </a:lnTo>
                <a:lnTo>
                  <a:pt x="5300" y="1148"/>
                </a:lnTo>
                <a:lnTo>
                  <a:pt x="5373" y="1075"/>
                </a:lnTo>
                <a:lnTo>
                  <a:pt x="5446" y="1002"/>
                </a:lnTo>
                <a:lnTo>
                  <a:pt x="5569" y="977"/>
                </a:lnTo>
                <a:close/>
                <a:moveTo>
                  <a:pt x="10575" y="2565"/>
                </a:moveTo>
                <a:lnTo>
                  <a:pt x="10575" y="16706"/>
                </a:lnTo>
                <a:lnTo>
                  <a:pt x="1295" y="16706"/>
                </a:lnTo>
                <a:lnTo>
                  <a:pt x="1295" y="2565"/>
                </a:lnTo>
                <a:close/>
                <a:moveTo>
                  <a:pt x="5935" y="17780"/>
                </a:moveTo>
                <a:lnTo>
                  <a:pt x="6106" y="17805"/>
                </a:lnTo>
                <a:lnTo>
                  <a:pt x="6277" y="17854"/>
                </a:lnTo>
                <a:lnTo>
                  <a:pt x="6423" y="17927"/>
                </a:lnTo>
                <a:lnTo>
                  <a:pt x="6545" y="18025"/>
                </a:lnTo>
                <a:lnTo>
                  <a:pt x="6643" y="18147"/>
                </a:lnTo>
                <a:lnTo>
                  <a:pt x="6716" y="18293"/>
                </a:lnTo>
                <a:lnTo>
                  <a:pt x="6765" y="18464"/>
                </a:lnTo>
                <a:lnTo>
                  <a:pt x="6790" y="18635"/>
                </a:lnTo>
                <a:lnTo>
                  <a:pt x="6765" y="18806"/>
                </a:lnTo>
                <a:lnTo>
                  <a:pt x="6716" y="18977"/>
                </a:lnTo>
                <a:lnTo>
                  <a:pt x="6643" y="19124"/>
                </a:lnTo>
                <a:lnTo>
                  <a:pt x="6545" y="19246"/>
                </a:lnTo>
                <a:lnTo>
                  <a:pt x="6423" y="19343"/>
                </a:lnTo>
                <a:lnTo>
                  <a:pt x="6277" y="19417"/>
                </a:lnTo>
                <a:lnTo>
                  <a:pt x="6106" y="19465"/>
                </a:lnTo>
                <a:lnTo>
                  <a:pt x="5935" y="19490"/>
                </a:lnTo>
                <a:lnTo>
                  <a:pt x="5764" y="19465"/>
                </a:lnTo>
                <a:lnTo>
                  <a:pt x="5593" y="19417"/>
                </a:lnTo>
                <a:lnTo>
                  <a:pt x="5446" y="19343"/>
                </a:lnTo>
                <a:lnTo>
                  <a:pt x="5324" y="19246"/>
                </a:lnTo>
                <a:lnTo>
                  <a:pt x="5227" y="19124"/>
                </a:lnTo>
                <a:lnTo>
                  <a:pt x="5153" y="18977"/>
                </a:lnTo>
                <a:lnTo>
                  <a:pt x="5105" y="18806"/>
                </a:lnTo>
                <a:lnTo>
                  <a:pt x="5080" y="18635"/>
                </a:lnTo>
                <a:lnTo>
                  <a:pt x="5105" y="18464"/>
                </a:lnTo>
                <a:lnTo>
                  <a:pt x="5153" y="18293"/>
                </a:lnTo>
                <a:lnTo>
                  <a:pt x="5227" y="18147"/>
                </a:lnTo>
                <a:lnTo>
                  <a:pt x="5324" y="18025"/>
                </a:lnTo>
                <a:lnTo>
                  <a:pt x="5446" y="17927"/>
                </a:lnTo>
                <a:lnTo>
                  <a:pt x="5593" y="17854"/>
                </a:lnTo>
                <a:lnTo>
                  <a:pt x="5764" y="17805"/>
                </a:lnTo>
                <a:lnTo>
                  <a:pt x="5935" y="17780"/>
                </a:lnTo>
                <a:close/>
                <a:moveTo>
                  <a:pt x="1295" y="0"/>
                </a:moveTo>
                <a:lnTo>
                  <a:pt x="1026" y="25"/>
                </a:lnTo>
                <a:lnTo>
                  <a:pt x="782" y="98"/>
                </a:lnTo>
                <a:lnTo>
                  <a:pt x="562" y="220"/>
                </a:lnTo>
                <a:lnTo>
                  <a:pt x="366" y="367"/>
                </a:lnTo>
                <a:lnTo>
                  <a:pt x="220" y="562"/>
                </a:lnTo>
                <a:lnTo>
                  <a:pt x="98" y="782"/>
                </a:lnTo>
                <a:lnTo>
                  <a:pt x="25" y="1026"/>
                </a:lnTo>
                <a:lnTo>
                  <a:pt x="0" y="1295"/>
                </a:lnTo>
                <a:lnTo>
                  <a:pt x="0" y="19270"/>
                </a:lnTo>
                <a:lnTo>
                  <a:pt x="25" y="19539"/>
                </a:lnTo>
                <a:lnTo>
                  <a:pt x="98" y="19783"/>
                </a:lnTo>
                <a:lnTo>
                  <a:pt x="220" y="20003"/>
                </a:lnTo>
                <a:lnTo>
                  <a:pt x="366" y="20198"/>
                </a:lnTo>
                <a:lnTo>
                  <a:pt x="562" y="20345"/>
                </a:lnTo>
                <a:lnTo>
                  <a:pt x="782" y="20467"/>
                </a:lnTo>
                <a:lnTo>
                  <a:pt x="1026" y="20540"/>
                </a:lnTo>
                <a:lnTo>
                  <a:pt x="1295" y="20565"/>
                </a:lnTo>
                <a:lnTo>
                  <a:pt x="10575" y="20565"/>
                </a:lnTo>
                <a:lnTo>
                  <a:pt x="10844" y="20540"/>
                </a:lnTo>
                <a:lnTo>
                  <a:pt x="11088" y="20467"/>
                </a:lnTo>
                <a:lnTo>
                  <a:pt x="11308" y="20345"/>
                </a:lnTo>
                <a:lnTo>
                  <a:pt x="11503" y="20198"/>
                </a:lnTo>
                <a:lnTo>
                  <a:pt x="11650" y="20003"/>
                </a:lnTo>
                <a:lnTo>
                  <a:pt x="11772" y="19783"/>
                </a:lnTo>
                <a:lnTo>
                  <a:pt x="11845" y="19539"/>
                </a:lnTo>
                <a:lnTo>
                  <a:pt x="11870" y="19270"/>
                </a:lnTo>
                <a:lnTo>
                  <a:pt x="11870" y="1295"/>
                </a:lnTo>
                <a:lnTo>
                  <a:pt x="11845" y="1026"/>
                </a:lnTo>
                <a:lnTo>
                  <a:pt x="11772" y="782"/>
                </a:lnTo>
                <a:lnTo>
                  <a:pt x="11650" y="562"/>
                </a:lnTo>
                <a:lnTo>
                  <a:pt x="11503" y="367"/>
                </a:lnTo>
                <a:lnTo>
                  <a:pt x="11308" y="220"/>
                </a:lnTo>
                <a:lnTo>
                  <a:pt x="11088" y="98"/>
                </a:lnTo>
                <a:lnTo>
                  <a:pt x="10844" y="25"/>
                </a:lnTo>
                <a:lnTo>
                  <a:pt x="10575" y="0"/>
                </a:lnTo>
                <a:close/>
              </a:path>
            </a:pathLst>
          </a:custGeom>
          <a:solidFill>
            <a:srgbClr val="19B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3" name="Google Shape;253;p8"/>
          <p:cNvGrpSpPr/>
          <p:nvPr/>
        </p:nvGrpSpPr>
        <p:grpSpPr>
          <a:xfrm>
            <a:off x="904276" y="515192"/>
            <a:ext cx="382958" cy="607111"/>
            <a:chOff x="6718575" y="2318625"/>
            <a:chExt cx="256950" cy="407375"/>
          </a:xfrm>
        </p:grpSpPr>
        <p:sp>
          <p:nvSpPr>
            <p:cNvPr id="254" name="Google Shape;254;p8"/>
            <p:cNvSpPr/>
            <p:nvPr/>
          </p:nvSpPr>
          <p:spPr>
            <a:xfrm>
              <a:off x="6795900" y="2673600"/>
              <a:ext cx="102300" cy="22550"/>
            </a:xfrm>
            <a:custGeom>
              <a:avLst/>
              <a:gdLst/>
              <a:ahLst/>
              <a:cxnLst/>
              <a:rect l="l" t="t" r="r" b="b"/>
              <a:pathLst>
                <a:path w="4092" h="902" fill="none" extrusionOk="0">
                  <a:moveTo>
                    <a:pt x="4092" y="902"/>
                  </a:moveTo>
                  <a:lnTo>
                    <a:pt x="4092" y="1"/>
                  </a:lnTo>
                  <a:lnTo>
                    <a:pt x="0" y="1"/>
                  </a:lnTo>
                  <a:lnTo>
                    <a:pt x="0" y="902"/>
                  </a:lnTo>
                  <a:lnTo>
                    <a:pt x="4092" y="902"/>
                  </a:lnTo>
                  <a:close/>
                </a:path>
              </a:pathLst>
            </a:custGeom>
            <a:noFill/>
            <a:ln w="1217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8"/>
            <p:cNvSpPr/>
            <p:nvPr/>
          </p:nvSpPr>
          <p:spPr>
            <a:xfrm>
              <a:off x="6795900" y="2650475"/>
              <a:ext cx="102300" cy="22550"/>
            </a:xfrm>
            <a:custGeom>
              <a:avLst/>
              <a:gdLst/>
              <a:ahLst/>
              <a:cxnLst/>
              <a:rect l="l" t="t" r="r" b="b"/>
              <a:pathLst>
                <a:path w="4092" h="902" fill="none" extrusionOk="0">
                  <a:moveTo>
                    <a:pt x="4092" y="901"/>
                  </a:moveTo>
                  <a:lnTo>
                    <a:pt x="4092" y="0"/>
                  </a:lnTo>
                  <a:lnTo>
                    <a:pt x="0" y="0"/>
                  </a:lnTo>
                  <a:lnTo>
                    <a:pt x="0" y="901"/>
                  </a:lnTo>
                  <a:lnTo>
                    <a:pt x="4092" y="901"/>
                  </a:lnTo>
                  <a:close/>
                </a:path>
              </a:pathLst>
            </a:custGeom>
            <a:noFill/>
            <a:ln w="1217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8"/>
            <p:cNvSpPr/>
            <p:nvPr/>
          </p:nvSpPr>
          <p:spPr>
            <a:xfrm>
              <a:off x="6795900" y="2696125"/>
              <a:ext cx="102300" cy="29875"/>
            </a:xfrm>
            <a:custGeom>
              <a:avLst/>
              <a:gdLst/>
              <a:ahLst/>
              <a:cxnLst/>
              <a:rect l="l" t="t" r="r" b="b"/>
              <a:pathLst>
                <a:path w="4092" h="1195" fill="none" extrusionOk="0">
                  <a:moveTo>
                    <a:pt x="0" y="1"/>
                  </a:moveTo>
                  <a:lnTo>
                    <a:pt x="0" y="171"/>
                  </a:lnTo>
                  <a:lnTo>
                    <a:pt x="0" y="171"/>
                  </a:lnTo>
                  <a:lnTo>
                    <a:pt x="24" y="318"/>
                  </a:lnTo>
                  <a:lnTo>
                    <a:pt x="98" y="464"/>
                  </a:lnTo>
                  <a:lnTo>
                    <a:pt x="195" y="585"/>
                  </a:lnTo>
                  <a:lnTo>
                    <a:pt x="341" y="659"/>
                  </a:lnTo>
                  <a:lnTo>
                    <a:pt x="1875" y="1170"/>
                  </a:lnTo>
                  <a:lnTo>
                    <a:pt x="1875" y="1170"/>
                  </a:lnTo>
                  <a:lnTo>
                    <a:pt x="2046" y="1194"/>
                  </a:lnTo>
                  <a:lnTo>
                    <a:pt x="2046" y="1194"/>
                  </a:lnTo>
                  <a:lnTo>
                    <a:pt x="2216" y="1170"/>
                  </a:lnTo>
                  <a:lnTo>
                    <a:pt x="3751" y="659"/>
                  </a:lnTo>
                  <a:lnTo>
                    <a:pt x="3751" y="659"/>
                  </a:lnTo>
                  <a:lnTo>
                    <a:pt x="3897" y="585"/>
                  </a:lnTo>
                  <a:lnTo>
                    <a:pt x="3994" y="464"/>
                  </a:lnTo>
                  <a:lnTo>
                    <a:pt x="4067" y="318"/>
                  </a:lnTo>
                  <a:lnTo>
                    <a:pt x="4092" y="171"/>
                  </a:lnTo>
                  <a:lnTo>
                    <a:pt x="4092" y="1"/>
                  </a:lnTo>
                  <a:lnTo>
                    <a:pt x="0" y="1"/>
                  </a:lnTo>
                  <a:close/>
                </a:path>
              </a:pathLst>
            </a:custGeom>
            <a:noFill/>
            <a:ln w="1217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8"/>
            <p:cNvSpPr/>
            <p:nvPr/>
          </p:nvSpPr>
          <p:spPr>
            <a:xfrm>
              <a:off x="6784925" y="2459275"/>
              <a:ext cx="35350" cy="166875"/>
            </a:xfrm>
            <a:custGeom>
              <a:avLst/>
              <a:gdLst/>
              <a:ahLst/>
              <a:cxnLst/>
              <a:rect l="l" t="t" r="r" b="b"/>
              <a:pathLst>
                <a:path w="1414" h="6675" fill="none" extrusionOk="0">
                  <a:moveTo>
                    <a:pt x="1413" y="6674"/>
                  </a:moveTo>
                  <a:lnTo>
                    <a:pt x="1413" y="6674"/>
                  </a:lnTo>
                  <a:lnTo>
                    <a:pt x="585" y="2850"/>
                  </a:lnTo>
                  <a:lnTo>
                    <a:pt x="1" y="1"/>
                  </a:lnTo>
                </a:path>
              </a:pathLst>
            </a:custGeom>
            <a:noFill/>
            <a:ln w="1217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8"/>
            <p:cNvSpPr/>
            <p:nvPr/>
          </p:nvSpPr>
          <p:spPr>
            <a:xfrm>
              <a:off x="6718575" y="2318625"/>
              <a:ext cx="256950" cy="307525"/>
            </a:xfrm>
            <a:custGeom>
              <a:avLst/>
              <a:gdLst/>
              <a:ahLst/>
              <a:cxnLst/>
              <a:rect l="l" t="t" r="r" b="b"/>
              <a:pathLst>
                <a:path w="10278" h="12301" fill="none" extrusionOk="0">
                  <a:moveTo>
                    <a:pt x="7185" y="12300"/>
                  </a:moveTo>
                  <a:lnTo>
                    <a:pt x="7185" y="12300"/>
                  </a:lnTo>
                  <a:lnTo>
                    <a:pt x="7307" y="11764"/>
                  </a:lnTo>
                  <a:lnTo>
                    <a:pt x="7477" y="11253"/>
                  </a:lnTo>
                  <a:lnTo>
                    <a:pt x="7672" y="10766"/>
                  </a:lnTo>
                  <a:lnTo>
                    <a:pt x="7891" y="10327"/>
                  </a:lnTo>
                  <a:lnTo>
                    <a:pt x="8135" y="9913"/>
                  </a:lnTo>
                  <a:lnTo>
                    <a:pt x="8378" y="9499"/>
                  </a:lnTo>
                  <a:lnTo>
                    <a:pt x="8914" y="8720"/>
                  </a:lnTo>
                  <a:lnTo>
                    <a:pt x="9182" y="8330"/>
                  </a:lnTo>
                  <a:lnTo>
                    <a:pt x="9425" y="7941"/>
                  </a:lnTo>
                  <a:lnTo>
                    <a:pt x="9645" y="7551"/>
                  </a:lnTo>
                  <a:lnTo>
                    <a:pt x="9864" y="7113"/>
                  </a:lnTo>
                  <a:lnTo>
                    <a:pt x="10034" y="6674"/>
                  </a:lnTo>
                  <a:lnTo>
                    <a:pt x="10156" y="6187"/>
                  </a:lnTo>
                  <a:lnTo>
                    <a:pt x="10229" y="5676"/>
                  </a:lnTo>
                  <a:lnTo>
                    <a:pt x="10253" y="5408"/>
                  </a:lnTo>
                  <a:lnTo>
                    <a:pt x="10278" y="5140"/>
                  </a:lnTo>
                  <a:lnTo>
                    <a:pt x="10278" y="5140"/>
                  </a:lnTo>
                  <a:lnTo>
                    <a:pt x="10229" y="4604"/>
                  </a:lnTo>
                  <a:lnTo>
                    <a:pt x="10156" y="4093"/>
                  </a:lnTo>
                  <a:lnTo>
                    <a:pt x="10034" y="3605"/>
                  </a:lnTo>
                  <a:lnTo>
                    <a:pt x="9864" y="3143"/>
                  </a:lnTo>
                  <a:lnTo>
                    <a:pt x="9645" y="2680"/>
                  </a:lnTo>
                  <a:lnTo>
                    <a:pt x="9401" y="2266"/>
                  </a:lnTo>
                  <a:lnTo>
                    <a:pt x="9084" y="1876"/>
                  </a:lnTo>
                  <a:lnTo>
                    <a:pt x="8768" y="1511"/>
                  </a:lnTo>
                  <a:lnTo>
                    <a:pt x="8402" y="1170"/>
                  </a:lnTo>
                  <a:lnTo>
                    <a:pt x="8013" y="878"/>
                  </a:lnTo>
                  <a:lnTo>
                    <a:pt x="7574" y="634"/>
                  </a:lnTo>
                  <a:lnTo>
                    <a:pt x="7136" y="415"/>
                  </a:lnTo>
                  <a:lnTo>
                    <a:pt x="6673" y="244"/>
                  </a:lnTo>
                  <a:lnTo>
                    <a:pt x="6162" y="98"/>
                  </a:lnTo>
                  <a:lnTo>
                    <a:pt x="5675" y="25"/>
                  </a:lnTo>
                  <a:lnTo>
                    <a:pt x="5139" y="1"/>
                  </a:lnTo>
                  <a:lnTo>
                    <a:pt x="5139" y="1"/>
                  </a:lnTo>
                  <a:lnTo>
                    <a:pt x="4603" y="25"/>
                  </a:lnTo>
                  <a:lnTo>
                    <a:pt x="4116" y="98"/>
                  </a:lnTo>
                  <a:lnTo>
                    <a:pt x="3605" y="244"/>
                  </a:lnTo>
                  <a:lnTo>
                    <a:pt x="3142" y="415"/>
                  </a:lnTo>
                  <a:lnTo>
                    <a:pt x="2703" y="634"/>
                  </a:lnTo>
                  <a:lnTo>
                    <a:pt x="2265" y="878"/>
                  </a:lnTo>
                  <a:lnTo>
                    <a:pt x="1875" y="1170"/>
                  </a:lnTo>
                  <a:lnTo>
                    <a:pt x="1510" y="1511"/>
                  </a:lnTo>
                  <a:lnTo>
                    <a:pt x="1193" y="1876"/>
                  </a:lnTo>
                  <a:lnTo>
                    <a:pt x="877" y="2266"/>
                  </a:lnTo>
                  <a:lnTo>
                    <a:pt x="633" y="2680"/>
                  </a:lnTo>
                  <a:lnTo>
                    <a:pt x="414" y="3143"/>
                  </a:lnTo>
                  <a:lnTo>
                    <a:pt x="244" y="3605"/>
                  </a:lnTo>
                  <a:lnTo>
                    <a:pt x="122" y="4093"/>
                  </a:lnTo>
                  <a:lnTo>
                    <a:pt x="49" y="4604"/>
                  </a:lnTo>
                  <a:lnTo>
                    <a:pt x="0" y="5140"/>
                  </a:lnTo>
                  <a:lnTo>
                    <a:pt x="0" y="5140"/>
                  </a:lnTo>
                  <a:lnTo>
                    <a:pt x="24" y="5408"/>
                  </a:lnTo>
                  <a:lnTo>
                    <a:pt x="49" y="5676"/>
                  </a:lnTo>
                  <a:lnTo>
                    <a:pt x="122" y="6187"/>
                  </a:lnTo>
                  <a:lnTo>
                    <a:pt x="244" y="6674"/>
                  </a:lnTo>
                  <a:lnTo>
                    <a:pt x="414" y="7113"/>
                  </a:lnTo>
                  <a:lnTo>
                    <a:pt x="633" y="7551"/>
                  </a:lnTo>
                  <a:lnTo>
                    <a:pt x="852" y="7941"/>
                  </a:lnTo>
                  <a:lnTo>
                    <a:pt x="1096" y="8330"/>
                  </a:lnTo>
                  <a:lnTo>
                    <a:pt x="1364" y="8720"/>
                  </a:lnTo>
                  <a:lnTo>
                    <a:pt x="1900" y="9499"/>
                  </a:lnTo>
                  <a:lnTo>
                    <a:pt x="2143" y="9913"/>
                  </a:lnTo>
                  <a:lnTo>
                    <a:pt x="2387" y="10327"/>
                  </a:lnTo>
                  <a:lnTo>
                    <a:pt x="2606" y="10766"/>
                  </a:lnTo>
                  <a:lnTo>
                    <a:pt x="2801" y="11253"/>
                  </a:lnTo>
                  <a:lnTo>
                    <a:pt x="2971" y="11764"/>
                  </a:lnTo>
                  <a:lnTo>
                    <a:pt x="3093" y="12300"/>
                  </a:lnTo>
                </a:path>
              </a:pathLst>
            </a:custGeom>
            <a:noFill/>
            <a:ln w="1217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8"/>
            <p:cNvSpPr/>
            <p:nvPr/>
          </p:nvSpPr>
          <p:spPr>
            <a:xfrm>
              <a:off x="6873825" y="2459275"/>
              <a:ext cx="35350" cy="166875"/>
            </a:xfrm>
            <a:custGeom>
              <a:avLst/>
              <a:gdLst/>
              <a:ahLst/>
              <a:cxnLst/>
              <a:rect l="l" t="t" r="r" b="b"/>
              <a:pathLst>
                <a:path w="1414" h="6675" fill="none" extrusionOk="0">
                  <a:moveTo>
                    <a:pt x="1413" y="1"/>
                  </a:moveTo>
                  <a:lnTo>
                    <a:pt x="1413" y="1"/>
                  </a:lnTo>
                  <a:lnTo>
                    <a:pt x="829" y="2850"/>
                  </a:lnTo>
                  <a:lnTo>
                    <a:pt x="1" y="6674"/>
                  </a:lnTo>
                </a:path>
              </a:pathLst>
            </a:custGeom>
            <a:noFill/>
            <a:ln w="1217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8"/>
            <p:cNvSpPr/>
            <p:nvPr/>
          </p:nvSpPr>
          <p:spPr>
            <a:xfrm>
              <a:off x="6801975" y="2453200"/>
              <a:ext cx="90150" cy="19500"/>
            </a:xfrm>
            <a:custGeom>
              <a:avLst/>
              <a:gdLst/>
              <a:ahLst/>
              <a:cxnLst/>
              <a:rect l="l" t="t" r="r" b="b"/>
              <a:pathLst>
                <a:path w="3606" h="780" fill="none" extrusionOk="0">
                  <a:moveTo>
                    <a:pt x="1" y="73"/>
                  </a:moveTo>
                  <a:lnTo>
                    <a:pt x="829" y="780"/>
                  </a:lnTo>
                  <a:lnTo>
                    <a:pt x="1657" y="73"/>
                  </a:lnTo>
                  <a:lnTo>
                    <a:pt x="1657" y="73"/>
                  </a:lnTo>
                  <a:lnTo>
                    <a:pt x="1730" y="25"/>
                  </a:lnTo>
                  <a:lnTo>
                    <a:pt x="1803" y="0"/>
                  </a:lnTo>
                  <a:lnTo>
                    <a:pt x="1876" y="25"/>
                  </a:lnTo>
                  <a:lnTo>
                    <a:pt x="1949" y="73"/>
                  </a:lnTo>
                  <a:lnTo>
                    <a:pt x="2777" y="780"/>
                  </a:lnTo>
                  <a:lnTo>
                    <a:pt x="3605" y="73"/>
                  </a:lnTo>
                </a:path>
              </a:pathLst>
            </a:custGeom>
            <a:noFill/>
            <a:ln w="1217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8"/>
            <p:cNvSpPr/>
            <p:nvPr/>
          </p:nvSpPr>
          <p:spPr>
            <a:xfrm>
              <a:off x="6795900" y="2628550"/>
              <a:ext cx="102300" cy="25"/>
            </a:xfrm>
            <a:custGeom>
              <a:avLst/>
              <a:gdLst/>
              <a:ahLst/>
              <a:cxnLst/>
              <a:rect l="l" t="t" r="r" b="b"/>
              <a:pathLst>
                <a:path w="4092" h="1" fill="none" extrusionOk="0">
                  <a:moveTo>
                    <a:pt x="0" y="1"/>
                  </a:moveTo>
                  <a:lnTo>
                    <a:pt x="4092" y="1"/>
                  </a:lnTo>
                </a:path>
              </a:pathLst>
            </a:custGeom>
            <a:noFill/>
            <a:ln w="1217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 name="Google Shape;262;p8"/>
          <p:cNvGrpSpPr/>
          <p:nvPr/>
        </p:nvGrpSpPr>
        <p:grpSpPr>
          <a:xfrm>
            <a:off x="335759" y="1840531"/>
            <a:ext cx="342882" cy="350068"/>
            <a:chOff x="3951850" y="2985350"/>
            <a:chExt cx="407950" cy="416500"/>
          </a:xfrm>
        </p:grpSpPr>
        <p:sp>
          <p:nvSpPr>
            <p:cNvPr id="263" name="Google Shape;263;p8"/>
            <p:cNvSpPr/>
            <p:nvPr/>
          </p:nvSpPr>
          <p:spPr>
            <a:xfrm>
              <a:off x="3951850" y="2985350"/>
              <a:ext cx="314800" cy="314825"/>
            </a:xfrm>
            <a:custGeom>
              <a:avLst/>
              <a:gdLst/>
              <a:ahLst/>
              <a:cxnLst/>
              <a:rect l="l" t="t" r="r" b="b"/>
              <a:pathLst>
                <a:path w="12592" h="12593" fill="none" extrusionOk="0">
                  <a:moveTo>
                    <a:pt x="6284" y="1"/>
                  </a:moveTo>
                  <a:lnTo>
                    <a:pt x="6284" y="1"/>
                  </a:lnTo>
                  <a:lnTo>
                    <a:pt x="5967" y="25"/>
                  </a:lnTo>
                  <a:lnTo>
                    <a:pt x="5651" y="49"/>
                  </a:lnTo>
                  <a:lnTo>
                    <a:pt x="5334" y="74"/>
                  </a:lnTo>
                  <a:lnTo>
                    <a:pt x="5017" y="147"/>
                  </a:lnTo>
                  <a:lnTo>
                    <a:pt x="4725" y="220"/>
                  </a:lnTo>
                  <a:lnTo>
                    <a:pt x="4433" y="293"/>
                  </a:lnTo>
                  <a:lnTo>
                    <a:pt x="4141" y="390"/>
                  </a:lnTo>
                  <a:lnTo>
                    <a:pt x="3848" y="512"/>
                  </a:lnTo>
                  <a:lnTo>
                    <a:pt x="3556" y="634"/>
                  </a:lnTo>
                  <a:lnTo>
                    <a:pt x="3288" y="780"/>
                  </a:lnTo>
                  <a:lnTo>
                    <a:pt x="3020" y="926"/>
                  </a:lnTo>
                  <a:lnTo>
                    <a:pt x="2777" y="1072"/>
                  </a:lnTo>
                  <a:lnTo>
                    <a:pt x="2290" y="1437"/>
                  </a:lnTo>
                  <a:lnTo>
                    <a:pt x="1851" y="1852"/>
                  </a:lnTo>
                  <a:lnTo>
                    <a:pt x="1437" y="2290"/>
                  </a:lnTo>
                  <a:lnTo>
                    <a:pt x="1072" y="2777"/>
                  </a:lnTo>
                  <a:lnTo>
                    <a:pt x="901" y="3045"/>
                  </a:lnTo>
                  <a:lnTo>
                    <a:pt x="755" y="3313"/>
                  </a:lnTo>
                  <a:lnTo>
                    <a:pt x="609" y="3581"/>
                  </a:lnTo>
                  <a:lnTo>
                    <a:pt x="487" y="3849"/>
                  </a:lnTo>
                  <a:lnTo>
                    <a:pt x="390" y="4141"/>
                  </a:lnTo>
                  <a:lnTo>
                    <a:pt x="292" y="4433"/>
                  </a:lnTo>
                  <a:lnTo>
                    <a:pt x="195" y="4725"/>
                  </a:lnTo>
                  <a:lnTo>
                    <a:pt x="122" y="5042"/>
                  </a:lnTo>
                  <a:lnTo>
                    <a:pt x="73" y="5334"/>
                  </a:lnTo>
                  <a:lnTo>
                    <a:pt x="25" y="5651"/>
                  </a:lnTo>
                  <a:lnTo>
                    <a:pt x="0" y="5968"/>
                  </a:lnTo>
                  <a:lnTo>
                    <a:pt x="0" y="6308"/>
                  </a:lnTo>
                  <a:lnTo>
                    <a:pt x="0" y="6308"/>
                  </a:lnTo>
                  <a:lnTo>
                    <a:pt x="0" y="6625"/>
                  </a:lnTo>
                  <a:lnTo>
                    <a:pt x="25" y="6942"/>
                  </a:lnTo>
                  <a:lnTo>
                    <a:pt x="73" y="7258"/>
                  </a:lnTo>
                  <a:lnTo>
                    <a:pt x="122" y="7575"/>
                  </a:lnTo>
                  <a:lnTo>
                    <a:pt x="195" y="7867"/>
                  </a:lnTo>
                  <a:lnTo>
                    <a:pt x="292" y="8184"/>
                  </a:lnTo>
                  <a:lnTo>
                    <a:pt x="390" y="8476"/>
                  </a:lnTo>
                  <a:lnTo>
                    <a:pt x="487" y="8744"/>
                  </a:lnTo>
                  <a:lnTo>
                    <a:pt x="609" y="9036"/>
                  </a:lnTo>
                  <a:lnTo>
                    <a:pt x="755" y="9304"/>
                  </a:lnTo>
                  <a:lnTo>
                    <a:pt x="901" y="9572"/>
                  </a:lnTo>
                  <a:lnTo>
                    <a:pt x="1072" y="9816"/>
                  </a:lnTo>
                  <a:lnTo>
                    <a:pt x="1437" y="10303"/>
                  </a:lnTo>
                  <a:lnTo>
                    <a:pt x="1851" y="10741"/>
                  </a:lnTo>
                  <a:lnTo>
                    <a:pt x="2290" y="11155"/>
                  </a:lnTo>
                  <a:lnTo>
                    <a:pt x="2777" y="11520"/>
                  </a:lnTo>
                  <a:lnTo>
                    <a:pt x="3020" y="11691"/>
                  </a:lnTo>
                  <a:lnTo>
                    <a:pt x="3288" y="11837"/>
                  </a:lnTo>
                  <a:lnTo>
                    <a:pt x="3556" y="11983"/>
                  </a:lnTo>
                  <a:lnTo>
                    <a:pt x="3848" y="12105"/>
                  </a:lnTo>
                  <a:lnTo>
                    <a:pt x="4141" y="12202"/>
                  </a:lnTo>
                  <a:lnTo>
                    <a:pt x="4433" y="12300"/>
                  </a:lnTo>
                  <a:lnTo>
                    <a:pt x="4725" y="12397"/>
                  </a:lnTo>
                  <a:lnTo>
                    <a:pt x="5017" y="12470"/>
                  </a:lnTo>
                  <a:lnTo>
                    <a:pt x="5334" y="12519"/>
                  </a:lnTo>
                  <a:lnTo>
                    <a:pt x="5651" y="12568"/>
                  </a:lnTo>
                  <a:lnTo>
                    <a:pt x="5967" y="12592"/>
                  </a:lnTo>
                  <a:lnTo>
                    <a:pt x="6284" y="12592"/>
                  </a:lnTo>
                  <a:lnTo>
                    <a:pt x="6284" y="12592"/>
                  </a:lnTo>
                  <a:lnTo>
                    <a:pt x="6625" y="12592"/>
                  </a:lnTo>
                  <a:lnTo>
                    <a:pt x="6941" y="12568"/>
                  </a:lnTo>
                  <a:lnTo>
                    <a:pt x="7258" y="12519"/>
                  </a:lnTo>
                  <a:lnTo>
                    <a:pt x="7550" y="12470"/>
                  </a:lnTo>
                  <a:lnTo>
                    <a:pt x="7867" y="12397"/>
                  </a:lnTo>
                  <a:lnTo>
                    <a:pt x="8159" y="12300"/>
                  </a:lnTo>
                  <a:lnTo>
                    <a:pt x="8451" y="12202"/>
                  </a:lnTo>
                  <a:lnTo>
                    <a:pt x="8744" y="12105"/>
                  </a:lnTo>
                  <a:lnTo>
                    <a:pt x="9012" y="11983"/>
                  </a:lnTo>
                  <a:lnTo>
                    <a:pt x="9279" y="11837"/>
                  </a:lnTo>
                  <a:lnTo>
                    <a:pt x="9547" y="11691"/>
                  </a:lnTo>
                  <a:lnTo>
                    <a:pt x="9815" y="11520"/>
                  </a:lnTo>
                  <a:lnTo>
                    <a:pt x="10302" y="11155"/>
                  </a:lnTo>
                  <a:lnTo>
                    <a:pt x="10741" y="10741"/>
                  </a:lnTo>
                  <a:lnTo>
                    <a:pt x="11155" y="10303"/>
                  </a:lnTo>
                  <a:lnTo>
                    <a:pt x="11520" y="9816"/>
                  </a:lnTo>
                  <a:lnTo>
                    <a:pt x="11666" y="9572"/>
                  </a:lnTo>
                  <a:lnTo>
                    <a:pt x="11812" y="9304"/>
                  </a:lnTo>
                  <a:lnTo>
                    <a:pt x="11958" y="9036"/>
                  </a:lnTo>
                  <a:lnTo>
                    <a:pt x="12080" y="8744"/>
                  </a:lnTo>
                  <a:lnTo>
                    <a:pt x="12202" y="8476"/>
                  </a:lnTo>
                  <a:lnTo>
                    <a:pt x="12299" y="8184"/>
                  </a:lnTo>
                  <a:lnTo>
                    <a:pt x="12397" y="7867"/>
                  </a:lnTo>
                  <a:lnTo>
                    <a:pt x="12446" y="7575"/>
                  </a:lnTo>
                  <a:lnTo>
                    <a:pt x="12519" y="7258"/>
                  </a:lnTo>
                  <a:lnTo>
                    <a:pt x="12543" y="6942"/>
                  </a:lnTo>
                  <a:lnTo>
                    <a:pt x="12567" y="6625"/>
                  </a:lnTo>
                  <a:lnTo>
                    <a:pt x="12592" y="6308"/>
                  </a:lnTo>
                  <a:lnTo>
                    <a:pt x="12592" y="6308"/>
                  </a:lnTo>
                  <a:lnTo>
                    <a:pt x="12567" y="5968"/>
                  </a:lnTo>
                  <a:lnTo>
                    <a:pt x="12543" y="5651"/>
                  </a:lnTo>
                  <a:lnTo>
                    <a:pt x="12519" y="5334"/>
                  </a:lnTo>
                  <a:lnTo>
                    <a:pt x="12446" y="5042"/>
                  </a:lnTo>
                  <a:lnTo>
                    <a:pt x="12397" y="4725"/>
                  </a:lnTo>
                  <a:lnTo>
                    <a:pt x="12299" y="4433"/>
                  </a:lnTo>
                  <a:lnTo>
                    <a:pt x="12202" y="4141"/>
                  </a:lnTo>
                  <a:lnTo>
                    <a:pt x="12080" y="3849"/>
                  </a:lnTo>
                  <a:lnTo>
                    <a:pt x="11958" y="3581"/>
                  </a:lnTo>
                  <a:lnTo>
                    <a:pt x="11812" y="3313"/>
                  </a:lnTo>
                  <a:lnTo>
                    <a:pt x="11666" y="3045"/>
                  </a:lnTo>
                  <a:lnTo>
                    <a:pt x="11520" y="2777"/>
                  </a:lnTo>
                  <a:lnTo>
                    <a:pt x="11155" y="2290"/>
                  </a:lnTo>
                  <a:lnTo>
                    <a:pt x="10741" y="1852"/>
                  </a:lnTo>
                  <a:lnTo>
                    <a:pt x="10302" y="1437"/>
                  </a:lnTo>
                  <a:lnTo>
                    <a:pt x="9815" y="1072"/>
                  </a:lnTo>
                  <a:lnTo>
                    <a:pt x="9547" y="926"/>
                  </a:lnTo>
                  <a:lnTo>
                    <a:pt x="9279" y="780"/>
                  </a:lnTo>
                  <a:lnTo>
                    <a:pt x="9012" y="634"/>
                  </a:lnTo>
                  <a:lnTo>
                    <a:pt x="8744" y="512"/>
                  </a:lnTo>
                  <a:lnTo>
                    <a:pt x="8451" y="390"/>
                  </a:lnTo>
                  <a:lnTo>
                    <a:pt x="8159" y="293"/>
                  </a:lnTo>
                  <a:lnTo>
                    <a:pt x="7867" y="220"/>
                  </a:lnTo>
                  <a:lnTo>
                    <a:pt x="7550" y="147"/>
                  </a:lnTo>
                  <a:lnTo>
                    <a:pt x="7258" y="74"/>
                  </a:lnTo>
                  <a:lnTo>
                    <a:pt x="6941" y="49"/>
                  </a:lnTo>
                  <a:lnTo>
                    <a:pt x="6625" y="25"/>
                  </a:lnTo>
                  <a:lnTo>
                    <a:pt x="6284" y="1"/>
                  </a:lnTo>
                  <a:lnTo>
                    <a:pt x="6284" y="1"/>
                  </a:lnTo>
                  <a:close/>
                </a:path>
              </a:pathLst>
            </a:custGeom>
            <a:noFill/>
            <a:ln w="19050" cap="rnd" cmpd="sng">
              <a:solidFill>
                <a:srgbClr val="18476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8"/>
            <p:cNvSpPr/>
            <p:nvPr/>
          </p:nvSpPr>
          <p:spPr>
            <a:xfrm>
              <a:off x="3988375" y="3021875"/>
              <a:ext cx="241750" cy="241750"/>
            </a:xfrm>
            <a:custGeom>
              <a:avLst/>
              <a:gdLst/>
              <a:ahLst/>
              <a:cxnLst/>
              <a:rect l="l" t="t" r="r" b="b"/>
              <a:pathLst>
                <a:path w="9670" h="9670" fill="none" extrusionOk="0">
                  <a:moveTo>
                    <a:pt x="4823" y="1"/>
                  </a:moveTo>
                  <a:lnTo>
                    <a:pt x="4823" y="1"/>
                  </a:lnTo>
                  <a:lnTo>
                    <a:pt x="4336" y="25"/>
                  </a:lnTo>
                  <a:lnTo>
                    <a:pt x="3849" y="98"/>
                  </a:lnTo>
                  <a:lnTo>
                    <a:pt x="3386" y="220"/>
                  </a:lnTo>
                  <a:lnTo>
                    <a:pt x="2947" y="391"/>
                  </a:lnTo>
                  <a:lnTo>
                    <a:pt x="2533" y="585"/>
                  </a:lnTo>
                  <a:lnTo>
                    <a:pt x="2144" y="829"/>
                  </a:lnTo>
                  <a:lnTo>
                    <a:pt x="1754" y="1121"/>
                  </a:lnTo>
                  <a:lnTo>
                    <a:pt x="1413" y="1438"/>
                  </a:lnTo>
                  <a:lnTo>
                    <a:pt x="1096" y="1779"/>
                  </a:lnTo>
                  <a:lnTo>
                    <a:pt x="829" y="2144"/>
                  </a:lnTo>
                  <a:lnTo>
                    <a:pt x="585" y="2534"/>
                  </a:lnTo>
                  <a:lnTo>
                    <a:pt x="390" y="2972"/>
                  </a:lnTo>
                  <a:lnTo>
                    <a:pt x="220" y="3411"/>
                  </a:lnTo>
                  <a:lnTo>
                    <a:pt x="98" y="3873"/>
                  </a:lnTo>
                  <a:lnTo>
                    <a:pt x="25" y="4336"/>
                  </a:lnTo>
                  <a:lnTo>
                    <a:pt x="1" y="4847"/>
                  </a:lnTo>
                  <a:lnTo>
                    <a:pt x="1" y="4847"/>
                  </a:lnTo>
                  <a:lnTo>
                    <a:pt x="25" y="5335"/>
                  </a:lnTo>
                  <a:lnTo>
                    <a:pt x="98" y="5822"/>
                  </a:lnTo>
                  <a:lnTo>
                    <a:pt x="220" y="6284"/>
                  </a:lnTo>
                  <a:lnTo>
                    <a:pt x="390" y="6723"/>
                  </a:lnTo>
                  <a:lnTo>
                    <a:pt x="585" y="7137"/>
                  </a:lnTo>
                  <a:lnTo>
                    <a:pt x="829" y="7527"/>
                  </a:lnTo>
                  <a:lnTo>
                    <a:pt x="1096" y="7916"/>
                  </a:lnTo>
                  <a:lnTo>
                    <a:pt x="1413" y="8257"/>
                  </a:lnTo>
                  <a:lnTo>
                    <a:pt x="1754" y="8574"/>
                  </a:lnTo>
                  <a:lnTo>
                    <a:pt x="2144" y="8842"/>
                  </a:lnTo>
                  <a:lnTo>
                    <a:pt x="2533" y="9085"/>
                  </a:lnTo>
                  <a:lnTo>
                    <a:pt x="2947" y="9280"/>
                  </a:lnTo>
                  <a:lnTo>
                    <a:pt x="3386" y="9451"/>
                  </a:lnTo>
                  <a:lnTo>
                    <a:pt x="3849" y="9572"/>
                  </a:lnTo>
                  <a:lnTo>
                    <a:pt x="4336" y="9645"/>
                  </a:lnTo>
                  <a:lnTo>
                    <a:pt x="4823" y="9670"/>
                  </a:lnTo>
                  <a:lnTo>
                    <a:pt x="4823" y="9670"/>
                  </a:lnTo>
                  <a:lnTo>
                    <a:pt x="5334" y="9645"/>
                  </a:lnTo>
                  <a:lnTo>
                    <a:pt x="5797" y="9572"/>
                  </a:lnTo>
                  <a:lnTo>
                    <a:pt x="6260" y="9451"/>
                  </a:lnTo>
                  <a:lnTo>
                    <a:pt x="6698" y="9280"/>
                  </a:lnTo>
                  <a:lnTo>
                    <a:pt x="7136" y="9085"/>
                  </a:lnTo>
                  <a:lnTo>
                    <a:pt x="7526" y="8842"/>
                  </a:lnTo>
                  <a:lnTo>
                    <a:pt x="7892" y="8574"/>
                  </a:lnTo>
                  <a:lnTo>
                    <a:pt x="8232" y="8257"/>
                  </a:lnTo>
                  <a:lnTo>
                    <a:pt x="8549" y="7916"/>
                  </a:lnTo>
                  <a:lnTo>
                    <a:pt x="8841" y="7527"/>
                  </a:lnTo>
                  <a:lnTo>
                    <a:pt x="9085" y="7137"/>
                  </a:lnTo>
                  <a:lnTo>
                    <a:pt x="9280" y="6723"/>
                  </a:lnTo>
                  <a:lnTo>
                    <a:pt x="9450" y="6284"/>
                  </a:lnTo>
                  <a:lnTo>
                    <a:pt x="9572" y="5822"/>
                  </a:lnTo>
                  <a:lnTo>
                    <a:pt x="9645" y="5335"/>
                  </a:lnTo>
                  <a:lnTo>
                    <a:pt x="9669" y="4847"/>
                  </a:lnTo>
                  <a:lnTo>
                    <a:pt x="9669" y="4847"/>
                  </a:lnTo>
                  <a:lnTo>
                    <a:pt x="9645" y="4336"/>
                  </a:lnTo>
                  <a:lnTo>
                    <a:pt x="9572" y="3873"/>
                  </a:lnTo>
                  <a:lnTo>
                    <a:pt x="9450" y="3411"/>
                  </a:lnTo>
                  <a:lnTo>
                    <a:pt x="9280" y="2972"/>
                  </a:lnTo>
                  <a:lnTo>
                    <a:pt x="9085" y="2534"/>
                  </a:lnTo>
                  <a:lnTo>
                    <a:pt x="8841" y="2144"/>
                  </a:lnTo>
                  <a:lnTo>
                    <a:pt x="8549" y="1779"/>
                  </a:lnTo>
                  <a:lnTo>
                    <a:pt x="8232" y="1438"/>
                  </a:lnTo>
                  <a:lnTo>
                    <a:pt x="7892" y="1121"/>
                  </a:lnTo>
                  <a:lnTo>
                    <a:pt x="7526" y="829"/>
                  </a:lnTo>
                  <a:lnTo>
                    <a:pt x="7136" y="585"/>
                  </a:lnTo>
                  <a:lnTo>
                    <a:pt x="6698" y="391"/>
                  </a:lnTo>
                  <a:lnTo>
                    <a:pt x="6260" y="220"/>
                  </a:lnTo>
                  <a:lnTo>
                    <a:pt x="5797" y="98"/>
                  </a:lnTo>
                  <a:lnTo>
                    <a:pt x="5334" y="25"/>
                  </a:lnTo>
                  <a:lnTo>
                    <a:pt x="4823" y="1"/>
                  </a:lnTo>
                  <a:lnTo>
                    <a:pt x="4823" y="1"/>
                  </a:lnTo>
                </a:path>
              </a:pathLst>
            </a:custGeom>
            <a:noFill/>
            <a:ln w="19050" cap="rnd" cmpd="sng">
              <a:solidFill>
                <a:srgbClr val="18476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8"/>
            <p:cNvSpPr/>
            <p:nvPr/>
          </p:nvSpPr>
          <p:spPr>
            <a:xfrm>
              <a:off x="4024300" y="3058425"/>
              <a:ext cx="84650" cy="84650"/>
            </a:xfrm>
            <a:custGeom>
              <a:avLst/>
              <a:gdLst/>
              <a:ahLst/>
              <a:cxnLst/>
              <a:rect l="l" t="t" r="r" b="b"/>
              <a:pathLst>
                <a:path w="3386" h="3386" fill="none" extrusionOk="0">
                  <a:moveTo>
                    <a:pt x="0" y="3385"/>
                  </a:moveTo>
                  <a:lnTo>
                    <a:pt x="0" y="3385"/>
                  </a:lnTo>
                  <a:lnTo>
                    <a:pt x="25" y="3020"/>
                  </a:lnTo>
                  <a:lnTo>
                    <a:pt x="74" y="2704"/>
                  </a:lnTo>
                  <a:lnTo>
                    <a:pt x="147" y="2363"/>
                  </a:lnTo>
                  <a:lnTo>
                    <a:pt x="268" y="2070"/>
                  </a:lnTo>
                  <a:lnTo>
                    <a:pt x="414" y="1754"/>
                  </a:lnTo>
                  <a:lnTo>
                    <a:pt x="585" y="1486"/>
                  </a:lnTo>
                  <a:lnTo>
                    <a:pt x="780" y="1218"/>
                  </a:lnTo>
                  <a:lnTo>
                    <a:pt x="999" y="974"/>
                  </a:lnTo>
                  <a:lnTo>
                    <a:pt x="1243" y="755"/>
                  </a:lnTo>
                  <a:lnTo>
                    <a:pt x="1510" y="560"/>
                  </a:lnTo>
                  <a:lnTo>
                    <a:pt x="1778" y="390"/>
                  </a:lnTo>
                  <a:lnTo>
                    <a:pt x="2071" y="244"/>
                  </a:lnTo>
                  <a:lnTo>
                    <a:pt x="2387" y="146"/>
                  </a:lnTo>
                  <a:lnTo>
                    <a:pt x="2704" y="49"/>
                  </a:lnTo>
                  <a:lnTo>
                    <a:pt x="3045" y="0"/>
                  </a:lnTo>
                  <a:lnTo>
                    <a:pt x="3386" y="0"/>
                  </a:lnTo>
                </a:path>
              </a:pathLst>
            </a:custGeom>
            <a:noFill/>
            <a:ln w="19050" cap="rnd" cmpd="sng">
              <a:solidFill>
                <a:srgbClr val="18476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8"/>
            <p:cNvSpPr/>
            <p:nvPr/>
          </p:nvSpPr>
          <p:spPr>
            <a:xfrm>
              <a:off x="4205750" y="3248375"/>
              <a:ext cx="154050" cy="153475"/>
            </a:xfrm>
            <a:custGeom>
              <a:avLst/>
              <a:gdLst/>
              <a:ahLst/>
              <a:cxnLst/>
              <a:rect l="l" t="t" r="r" b="b"/>
              <a:pathLst>
                <a:path w="6162" h="6139" fill="none" extrusionOk="0">
                  <a:moveTo>
                    <a:pt x="0" y="1024"/>
                  </a:moveTo>
                  <a:lnTo>
                    <a:pt x="4969" y="5992"/>
                  </a:lnTo>
                  <a:lnTo>
                    <a:pt x="4969" y="5992"/>
                  </a:lnTo>
                  <a:lnTo>
                    <a:pt x="5042" y="6041"/>
                  </a:lnTo>
                  <a:lnTo>
                    <a:pt x="5115" y="6090"/>
                  </a:lnTo>
                  <a:lnTo>
                    <a:pt x="5212" y="6114"/>
                  </a:lnTo>
                  <a:lnTo>
                    <a:pt x="5310" y="6138"/>
                  </a:lnTo>
                  <a:lnTo>
                    <a:pt x="5407" y="6114"/>
                  </a:lnTo>
                  <a:lnTo>
                    <a:pt x="5480" y="6090"/>
                  </a:lnTo>
                  <a:lnTo>
                    <a:pt x="5577" y="6041"/>
                  </a:lnTo>
                  <a:lnTo>
                    <a:pt x="5651" y="5992"/>
                  </a:lnTo>
                  <a:lnTo>
                    <a:pt x="6016" y="5627"/>
                  </a:lnTo>
                  <a:lnTo>
                    <a:pt x="6016" y="5627"/>
                  </a:lnTo>
                  <a:lnTo>
                    <a:pt x="6089" y="5554"/>
                  </a:lnTo>
                  <a:lnTo>
                    <a:pt x="6138" y="5456"/>
                  </a:lnTo>
                  <a:lnTo>
                    <a:pt x="6162" y="5359"/>
                  </a:lnTo>
                  <a:lnTo>
                    <a:pt x="6162" y="5286"/>
                  </a:lnTo>
                  <a:lnTo>
                    <a:pt x="6162" y="5188"/>
                  </a:lnTo>
                  <a:lnTo>
                    <a:pt x="6138" y="5091"/>
                  </a:lnTo>
                  <a:lnTo>
                    <a:pt x="6089" y="5018"/>
                  </a:lnTo>
                  <a:lnTo>
                    <a:pt x="6016" y="4921"/>
                  </a:lnTo>
                  <a:lnTo>
                    <a:pt x="1072" y="1"/>
                  </a:lnTo>
                </a:path>
              </a:pathLst>
            </a:custGeom>
            <a:noFill/>
            <a:ln w="19050" cap="rnd" cmpd="sng">
              <a:solidFill>
                <a:srgbClr val="18476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7" name="Google Shape;267;p8"/>
          <p:cNvSpPr/>
          <p:nvPr/>
        </p:nvSpPr>
        <p:spPr>
          <a:xfrm rot="10800000" flipH="1">
            <a:off x="8486774" y="4230775"/>
            <a:ext cx="819900" cy="710100"/>
          </a:xfrm>
          <a:prstGeom prst="hexagon">
            <a:avLst>
              <a:gd name="adj" fmla="val 28678"/>
              <a:gd name="vf" fmla="val 115470"/>
            </a:avLst>
          </a:prstGeom>
          <a:noFill/>
          <a:ln w="9525" cap="flat" cmpd="sng">
            <a:solidFill>
              <a:srgbClr val="18476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8"/>
          <p:cNvSpPr/>
          <p:nvPr/>
        </p:nvSpPr>
        <p:spPr>
          <a:xfrm rot="10800000" flipH="1">
            <a:off x="8124824" y="4615700"/>
            <a:ext cx="428700" cy="371100"/>
          </a:xfrm>
          <a:prstGeom prst="hexagon">
            <a:avLst>
              <a:gd name="adj" fmla="val 28678"/>
              <a:gd name="vf" fmla="val 115470"/>
            </a:avLst>
          </a:prstGeom>
          <a:solidFill>
            <a:srgbClr val="3292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8"/>
          <p:cNvSpPr/>
          <p:nvPr/>
        </p:nvSpPr>
        <p:spPr>
          <a:xfrm rot="10800000" flipH="1">
            <a:off x="7821348" y="2935400"/>
            <a:ext cx="819900" cy="709800"/>
          </a:xfrm>
          <a:prstGeom prst="hexagon">
            <a:avLst>
              <a:gd name="adj" fmla="val 28678"/>
              <a:gd name="vf" fmla="val 115470"/>
            </a:avLst>
          </a:prstGeom>
          <a:solidFill>
            <a:srgbClr val="1847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8"/>
          <p:cNvSpPr/>
          <p:nvPr/>
        </p:nvSpPr>
        <p:spPr>
          <a:xfrm rot="10800000" flipH="1">
            <a:off x="8486775" y="3512175"/>
            <a:ext cx="358800" cy="310500"/>
          </a:xfrm>
          <a:prstGeom prst="hexagon">
            <a:avLst>
              <a:gd name="adj" fmla="val 28678"/>
              <a:gd name="vf" fmla="val 115470"/>
            </a:avLst>
          </a:prstGeom>
          <a:noFill/>
          <a:ln w="19050" cap="flat" cmpd="sng">
            <a:solidFill>
              <a:srgbClr val="00E1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8"/>
          <p:cNvSpPr/>
          <p:nvPr/>
        </p:nvSpPr>
        <p:spPr>
          <a:xfrm>
            <a:off x="8772688" y="4461808"/>
            <a:ext cx="248073" cy="248058"/>
          </a:xfrm>
          <a:custGeom>
            <a:avLst/>
            <a:gdLst/>
            <a:ahLst/>
            <a:cxnLst/>
            <a:rect l="l" t="t" r="r" b="b"/>
            <a:pathLst>
              <a:path w="17000" h="16999" extrusionOk="0">
                <a:moveTo>
                  <a:pt x="8769" y="5740"/>
                </a:moveTo>
                <a:lnTo>
                  <a:pt x="9037" y="5788"/>
                </a:lnTo>
                <a:lnTo>
                  <a:pt x="9282" y="5862"/>
                </a:lnTo>
                <a:lnTo>
                  <a:pt x="9550" y="5935"/>
                </a:lnTo>
                <a:lnTo>
                  <a:pt x="9794" y="6057"/>
                </a:lnTo>
                <a:lnTo>
                  <a:pt x="10014" y="6204"/>
                </a:lnTo>
                <a:lnTo>
                  <a:pt x="10234" y="6350"/>
                </a:lnTo>
                <a:lnTo>
                  <a:pt x="10454" y="6546"/>
                </a:lnTo>
                <a:lnTo>
                  <a:pt x="10649" y="6765"/>
                </a:lnTo>
                <a:lnTo>
                  <a:pt x="10796" y="6985"/>
                </a:lnTo>
                <a:lnTo>
                  <a:pt x="10942" y="7205"/>
                </a:lnTo>
                <a:lnTo>
                  <a:pt x="11064" y="7449"/>
                </a:lnTo>
                <a:lnTo>
                  <a:pt x="11138" y="7718"/>
                </a:lnTo>
                <a:lnTo>
                  <a:pt x="11211" y="7962"/>
                </a:lnTo>
                <a:lnTo>
                  <a:pt x="11260" y="8231"/>
                </a:lnTo>
                <a:lnTo>
                  <a:pt x="11260" y="8499"/>
                </a:lnTo>
                <a:lnTo>
                  <a:pt x="11260" y="8768"/>
                </a:lnTo>
                <a:lnTo>
                  <a:pt x="11211" y="9037"/>
                </a:lnTo>
                <a:lnTo>
                  <a:pt x="11138" y="9281"/>
                </a:lnTo>
                <a:lnTo>
                  <a:pt x="11064" y="9550"/>
                </a:lnTo>
                <a:lnTo>
                  <a:pt x="10942" y="9794"/>
                </a:lnTo>
                <a:lnTo>
                  <a:pt x="10796" y="10014"/>
                </a:lnTo>
                <a:lnTo>
                  <a:pt x="10649" y="10233"/>
                </a:lnTo>
                <a:lnTo>
                  <a:pt x="10454" y="10453"/>
                </a:lnTo>
                <a:lnTo>
                  <a:pt x="10234" y="10649"/>
                </a:lnTo>
                <a:lnTo>
                  <a:pt x="10014" y="10795"/>
                </a:lnTo>
                <a:lnTo>
                  <a:pt x="9794" y="10942"/>
                </a:lnTo>
                <a:lnTo>
                  <a:pt x="9550" y="11064"/>
                </a:lnTo>
                <a:lnTo>
                  <a:pt x="9282" y="11137"/>
                </a:lnTo>
                <a:lnTo>
                  <a:pt x="9037" y="11210"/>
                </a:lnTo>
                <a:lnTo>
                  <a:pt x="8769" y="11259"/>
                </a:lnTo>
                <a:lnTo>
                  <a:pt x="8231" y="11259"/>
                </a:lnTo>
                <a:lnTo>
                  <a:pt x="7963" y="11210"/>
                </a:lnTo>
                <a:lnTo>
                  <a:pt x="7719" y="11137"/>
                </a:lnTo>
                <a:lnTo>
                  <a:pt x="7450" y="11064"/>
                </a:lnTo>
                <a:lnTo>
                  <a:pt x="7206" y="10942"/>
                </a:lnTo>
                <a:lnTo>
                  <a:pt x="6986" y="10795"/>
                </a:lnTo>
                <a:lnTo>
                  <a:pt x="6766" y="10649"/>
                </a:lnTo>
                <a:lnTo>
                  <a:pt x="6546" y="10453"/>
                </a:lnTo>
                <a:lnTo>
                  <a:pt x="6351" y="10233"/>
                </a:lnTo>
                <a:lnTo>
                  <a:pt x="6204" y="10014"/>
                </a:lnTo>
                <a:lnTo>
                  <a:pt x="6058" y="9794"/>
                </a:lnTo>
                <a:lnTo>
                  <a:pt x="5936" y="9550"/>
                </a:lnTo>
                <a:lnTo>
                  <a:pt x="5862" y="9281"/>
                </a:lnTo>
                <a:lnTo>
                  <a:pt x="5789" y="9037"/>
                </a:lnTo>
                <a:lnTo>
                  <a:pt x="5740" y="8768"/>
                </a:lnTo>
                <a:lnTo>
                  <a:pt x="5740" y="8499"/>
                </a:lnTo>
                <a:lnTo>
                  <a:pt x="5740" y="8231"/>
                </a:lnTo>
                <a:lnTo>
                  <a:pt x="5789" y="7962"/>
                </a:lnTo>
                <a:lnTo>
                  <a:pt x="5862" y="7718"/>
                </a:lnTo>
                <a:lnTo>
                  <a:pt x="5936" y="7449"/>
                </a:lnTo>
                <a:lnTo>
                  <a:pt x="6058" y="7205"/>
                </a:lnTo>
                <a:lnTo>
                  <a:pt x="6204" y="6985"/>
                </a:lnTo>
                <a:lnTo>
                  <a:pt x="6351" y="6765"/>
                </a:lnTo>
                <a:lnTo>
                  <a:pt x="6546" y="6546"/>
                </a:lnTo>
                <a:lnTo>
                  <a:pt x="6766" y="6350"/>
                </a:lnTo>
                <a:lnTo>
                  <a:pt x="6986" y="6204"/>
                </a:lnTo>
                <a:lnTo>
                  <a:pt x="7206" y="6057"/>
                </a:lnTo>
                <a:lnTo>
                  <a:pt x="7450" y="5935"/>
                </a:lnTo>
                <a:lnTo>
                  <a:pt x="7719" y="5862"/>
                </a:lnTo>
                <a:lnTo>
                  <a:pt x="7963" y="5788"/>
                </a:lnTo>
                <a:lnTo>
                  <a:pt x="8231" y="5740"/>
                </a:lnTo>
                <a:close/>
                <a:moveTo>
                  <a:pt x="7914" y="0"/>
                </a:moveTo>
                <a:lnTo>
                  <a:pt x="7743" y="25"/>
                </a:lnTo>
                <a:lnTo>
                  <a:pt x="7596" y="73"/>
                </a:lnTo>
                <a:lnTo>
                  <a:pt x="7474" y="147"/>
                </a:lnTo>
                <a:lnTo>
                  <a:pt x="7328" y="244"/>
                </a:lnTo>
                <a:lnTo>
                  <a:pt x="7230" y="342"/>
                </a:lnTo>
                <a:lnTo>
                  <a:pt x="7132" y="489"/>
                </a:lnTo>
                <a:lnTo>
                  <a:pt x="7084" y="635"/>
                </a:lnTo>
                <a:lnTo>
                  <a:pt x="7035" y="782"/>
                </a:lnTo>
                <a:lnTo>
                  <a:pt x="6839" y="2540"/>
                </a:lnTo>
                <a:lnTo>
                  <a:pt x="6497" y="2638"/>
                </a:lnTo>
                <a:lnTo>
                  <a:pt x="6131" y="2784"/>
                </a:lnTo>
                <a:lnTo>
                  <a:pt x="5789" y="2931"/>
                </a:lnTo>
                <a:lnTo>
                  <a:pt x="5447" y="3102"/>
                </a:lnTo>
                <a:lnTo>
                  <a:pt x="4079" y="2027"/>
                </a:lnTo>
                <a:lnTo>
                  <a:pt x="3933" y="1930"/>
                </a:lnTo>
                <a:lnTo>
                  <a:pt x="3786" y="1881"/>
                </a:lnTo>
                <a:lnTo>
                  <a:pt x="3640" y="1832"/>
                </a:lnTo>
                <a:lnTo>
                  <a:pt x="3493" y="1832"/>
                </a:lnTo>
                <a:lnTo>
                  <a:pt x="3322" y="1856"/>
                </a:lnTo>
                <a:lnTo>
                  <a:pt x="3176" y="1905"/>
                </a:lnTo>
                <a:lnTo>
                  <a:pt x="3029" y="1978"/>
                </a:lnTo>
                <a:lnTo>
                  <a:pt x="2907" y="2076"/>
                </a:lnTo>
                <a:lnTo>
                  <a:pt x="2077" y="2907"/>
                </a:lnTo>
                <a:lnTo>
                  <a:pt x="1979" y="3029"/>
                </a:lnTo>
                <a:lnTo>
                  <a:pt x="1906" y="3175"/>
                </a:lnTo>
                <a:lnTo>
                  <a:pt x="1857" y="3322"/>
                </a:lnTo>
                <a:lnTo>
                  <a:pt x="1833" y="3493"/>
                </a:lnTo>
                <a:lnTo>
                  <a:pt x="1833" y="3639"/>
                </a:lnTo>
                <a:lnTo>
                  <a:pt x="1881" y="3786"/>
                </a:lnTo>
                <a:lnTo>
                  <a:pt x="1930" y="3932"/>
                </a:lnTo>
                <a:lnTo>
                  <a:pt x="2028" y="4079"/>
                </a:lnTo>
                <a:lnTo>
                  <a:pt x="3103" y="5447"/>
                </a:lnTo>
                <a:lnTo>
                  <a:pt x="2932" y="5788"/>
                </a:lnTo>
                <a:lnTo>
                  <a:pt x="2785" y="6130"/>
                </a:lnTo>
                <a:lnTo>
                  <a:pt x="2639" y="6497"/>
                </a:lnTo>
                <a:lnTo>
                  <a:pt x="2541" y="6839"/>
                </a:lnTo>
                <a:lnTo>
                  <a:pt x="782" y="7034"/>
                </a:lnTo>
                <a:lnTo>
                  <a:pt x="636" y="7083"/>
                </a:lnTo>
                <a:lnTo>
                  <a:pt x="489" y="7132"/>
                </a:lnTo>
                <a:lnTo>
                  <a:pt x="343" y="7229"/>
                </a:lnTo>
                <a:lnTo>
                  <a:pt x="245" y="7327"/>
                </a:lnTo>
                <a:lnTo>
                  <a:pt x="147" y="7474"/>
                </a:lnTo>
                <a:lnTo>
                  <a:pt x="74" y="7596"/>
                </a:lnTo>
                <a:lnTo>
                  <a:pt x="25" y="7742"/>
                </a:lnTo>
                <a:lnTo>
                  <a:pt x="1" y="7913"/>
                </a:lnTo>
                <a:lnTo>
                  <a:pt x="1" y="9086"/>
                </a:lnTo>
                <a:lnTo>
                  <a:pt x="25" y="9257"/>
                </a:lnTo>
                <a:lnTo>
                  <a:pt x="74" y="9403"/>
                </a:lnTo>
                <a:lnTo>
                  <a:pt x="147" y="9525"/>
                </a:lnTo>
                <a:lnTo>
                  <a:pt x="245" y="9672"/>
                </a:lnTo>
                <a:lnTo>
                  <a:pt x="343" y="9769"/>
                </a:lnTo>
                <a:lnTo>
                  <a:pt x="489" y="9867"/>
                </a:lnTo>
                <a:lnTo>
                  <a:pt x="636" y="9916"/>
                </a:lnTo>
                <a:lnTo>
                  <a:pt x="782" y="9965"/>
                </a:lnTo>
                <a:lnTo>
                  <a:pt x="2541" y="10160"/>
                </a:lnTo>
                <a:lnTo>
                  <a:pt x="2639" y="10502"/>
                </a:lnTo>
                <a:lnTo>
                  <a:pt x="2785" y="10868"/>
                </a:lnTo>
                <a:lnTo>
                  <a:pt x="2932" y="11210"/>
                </a:lnTo>
                <a:lnTo>
                  <a:pt x="3103" y="11552"/>
                </a:lnTo>
                <a:lnTo>
                  <a:pt x="2028" y="12920"/>
                </a:lnTo>
                <a:lnTo>
                  <a:pt x="1930" y="13067"/>
                </a:lnTo>
                <a:lnTo>
                  <a:pt x="1881" y="13213"/>
                </a:lnTo>
                <a:lnTo>
                  <a:pt x="1833" y="13360"/>
                </a:lnTo>
                <a:lnTo>
                  <a:pt x="1833" y="13506"/>
                </a:lnTo>
                <a:lnTo>
                  <a:pt x="1857" y="13677"/>
                </a:lnTo>
                <a:lnTo>
                  <a:pt x="1906" y="13824"/>
                </a:lnTo>
                <a:lnTo>
                  <a:pt x="1979" y="13970"/>
                </a:lnTo>
                <a:lnTo>
                  <a:pt x="2077" y="14092"/>
                </a:lnTo>
                <a:lnTo>
                  <a:pt x="2907" y="14923"/>
                </a:lnTo>
                <a:lnTo>
                  <a:pt x="3029" y="15020"/>
                </a:lnTo>
                <a:lnTo>
                  <a:pt x="3176" y="15094"/>
                </a:lnTo>
                <a:lnTo>
                  <a:pt x="3322" y="15142"/>
                </a:lnTo>
                <a:lnTo>
                  <a:pt x="3493" y="15167"/>
                </a:lnTo>
                <a:lnTo>
                  <a:pt x="3640" y="15167"/>
                </a:lnTo>
                <a:lnTo>
                  <a:pt x="3786" y="15118"/>
                </a:lnTo>
                <a:lnTo>
                  <a:pt x="3933" y="15069"/>
                </a:lnTo>
                <a:lnTo>
                  <a:pt x="4079" y="14996"/>
                </a:lnTo>
                <a:lnTo>
                  <a:pt x="5447" y="13897"/>
                </a:lnTo>
                <a:lnTo>
                  <a:pt x="5789" y="14068"/>
                </a:lnTo>
                <a:lnTo>
                  <a:pt x="6131" y="14214"/>
                </a:lnTo>
                <a:lnTo>
                  <a:pt x="6497" y="14361"/>
                </a:lnTo>
                <a:lnTo>
                  <a:pt x="6839" y="14459"/>
                </a:lnTo>
                <a:lnTo>
                  <a:pt x="7035" y="16217"/>
                </a:lnTo>
                <a:lnTo>
                  <a:pt x="7084" y="16364"/>
                </a:lnTo>
                <a:lnTo>
                  <a:pt x="7132" y="16510"/>
                </a:lnTo>
                <a:lnTo>
                  <a:pt x="7230" y="16657"/>
                </a:lnTo>
                <a:lnTo>
                  <a:pt x="7328" y="16754"/>
                </a:lnTo>
                <a:lnTo>
                  <a:pt x="7474" y="16852"/>
                </a:lnTo>
                <a:lnTo>
                  <a:pt x="7596" y="16925"/>
                </a:lnTo>
                <a:lnTo>
                  <a:pt x="7743" y="16974"/>
                </a:lnTo>
                <a:lnTo>
                  <a:pt x="7914" y="16999"/>
                </a:lnTo>
                <a:lnTo>
                  <a:pt x="9086" y="16999"/>
                </a:lnTo>
                <a:lnTo>
                  <a:pt x="9257" y="16974"/>
                </a:lnTo>
                <a:lnTo>
                  <a:pt x="9404" y="16925"/>
                </a:lnTo>
                <a:lnTo>
                  <a:pt x="9526" y="16852"/>
                </a:lnTo>
                <a:lnTo>
                  <a:pt x="9672" y="16754"/>
                </a:lnTo>
                <a:lnTo>
                  <a:pt x="9770" y="16657"/>
                </a:lnTo>
                <a:lnTo>
                  <a:pt x="9868" y="16510"/>
                </a:lnTo>
                <a:lnTo>
                  <a:pt x="9917" y="16364"/>
                </a:lnTo>
                <a:lnTo>
                  <a:pt x="9965" y="16217"/>
                </a:lnTo>
                <a:lnTo>
                  <a:pt x="10161" y="14459"/>
                </a:lnTo>
                <a:lnTo>
                  <a:pt x="10503" y="14361"/>
                </a:lnTo>
                <a:lnTo>
                  <a:pt x="10869" y="14214"/>
                </a:lnTo>
                <a:lnTo>
                  <a:pt x="11211" y="14068"/>
                </a:lnTo>
                <a:lnTo>
                  <a:pt x="11553" y="13897"/>
                </a:lnTo>
                <a:lnTo>
                  <a:pt x="12921" y="14996"/>
                </a:lnTo>
                <a:lnTo>
                  <a:pt x="13067" y="15069"/>
                </a:lnTo>
                <a:lnTo>
                  <a:pt x="13214" y="15118"/>
                </a:lnTo>
                <a:lnTo>
                  <a:pt x="13360" y="15167"/>
                </a:lnTo>
                <a:lnTo>
                  <a:pt x="13507" y="15167"/>
                </a:lnTo>
                <a:lnTo>
                  <a:pt x="13678" y="15142"/>
                </a:lnTo>
                <a:lnTo>
                  <a:pt x="13824" y="15094"/>
                </a:lnTo>
                <a:lnTo>
                  <a:pt x="13971" y="15020"/>
                </a:lnTo>
                <a:lnTo>
                  <a:pt x="14093" y="14923"/>
                </a:lnTo>
                <a:lnTo>
                  <a:pt x="14923" y="14092"/>
                </a:lnTo>
                <a:lnTo>
                  <a:pt x="15021" y="13970"/>
                </a:lnTo>
                <a:lnTo>
                  <a:pt x="15094" y="13824"/>
                </a:lnTo>
                <a:lnTo>
                  <a:pt x="15143" y="13677"/>
                </a:lnTo>
                <a:lnTo>
                  <a:pt x="15168" y="13506"/>
                </a:lnTo>
                <a:lnTo>
                  <a:pt x="15168" y="13360"/>
                </a:lnTo>
                <a:lnTo>
                  <a:pt x="15119" y="13213"/>
                </a:lnTo>
                <a:lnTo>
                  <a:pt x="15070" y="13067"/>
                </a:lnTo>
                <a:lnTo>
                  <a:pt x="14997" y="12920"/>
                </a:lnTo>
                <a:lnTo>
                  <a:pt x="13898" y="11552"/>
                </a:lnTo>
                <a:lnTo>
                  <a:pt x="14068" y="11210"/>
                </a:lnTo>
                <a:lnTo>
                  <a:pt x="14215" y="10868"/>
                </a:lnTo>
                <a:lnTo>
                  <a:pt x="14362" y="10502"/>
                </a:lnTo>
                <a:lnTo>
                  <a:pt x="14459" y="10160"/>
                </a:lnTo>
                <a:lnTo>
                  <a:pt x="16218" y="9965"/>
                </a:lnTo>
                <a:lnTo>
                  <a:pt x="16364" y="9916"/>
                </a:lnTo>
                <a:lnTo>
                  <a:pt x="16511" y="9867"/>
                </a:lnTo>
                <a:lnTo>
                  <a:pt x="16657" y="9769"/>
                </a:lnTo>
                <a:lnTo>
                  <a:pt x="16755" y="9672"/>
                </a:lnTo>
                <a:lnTo>
                  <a:pt x="16853" y="9525"/>
                </a:lnTo>
                <a:lnTo>
                  <a:pt x="16926" y="9403"/>
                </a:lnTo>
                <a:lnTo>
                  <a:pt x="16975" y="9257"/>
                </a:lnTo>
                <a:lnTo>
                  <a:pt x="16999" y="9086"/>
                </a:lnTo>
                <a:lnTo>
                  <a:pt x="16999" y="7913"/>
                </a:lnTo>
                <a:lnTo>
                  <a:pt x="16975" y="7742"/>
                </a:lnTo>
                <a:lnTo>
                  <a:pt x="16926" y="7596"/>
                </a:lnTo>
                <a:lnTo>
                  <a:pt x="16853" y="7474"/>
                </a:lnTo>
                <a:lnTo>
                  <a:pt x="16755" y="7327"/>
                </a:lnTo>
                <a:lnTo>
                  <a:pt x="16657" y="7229"/>
                </a:lnTo>
                <a:lnTo>
                  <a:pt x="16511" y="7132"/>
                </a:lnTo>
                <a:lnTo>
                  <a:pt x="16364" y="7083"/>
                </a:lnTo>
                <a:lnTo>
                  <a:pt x="16218" y="7034"/>
                </a:lnTo>
                <a:lnTo>
                  <a:pt x="14459" y="6839"/>
                </a:lnTo>
                <a:lnTo>
                  <a:pt x="14362" y="6497"/>
                </a:lnTo>
                <a:lnTo>
                  <a:pt x="14215" y="6130"/>
                </a:lnTo>
                <a:lnTo>
                  <a:pt x="14068" y="5788"/>
                </a:lnTo>
                <a:lnTo>
                  <a:pt x="13898" y="5447"/>
                </a:lnTo>
                <a:lnTo>
                  <a:pt x="14997" y="4079"/>
                </a:lnTo>
                <a:lnTo>
                  <a:pt x="15070" y="3932"/>
                </a:lnTo>
                <a:lnTo>
                  <a:pt x="15119" y="3786"/>
                </a:lnTo>
                <a:lnTo>
                  <a:pt x="15168" y="3639"/>
                </a:lnTo>
                <a:lnTo>
                  <a:pt x="15168" y="3493"/>
                </a:lnTo>
                <a:lnTo>
                  <a:pt x="15143" y="3322"/>
                </a:lnTo>
                <a:lnTo>
                  <a:pt x="15094" y="3175"/>
                </a:lnTo>
                <a:lnTo>
                  <a:pt x="15021" y="3029"/>
                </a:lnTo>
                <a:lnTo>
                  <a:pt x="14923" y="2907"/>
                </a:lnTo>
                <a:lnTo>
                  <a:pt x="14093" y="2076"/>
                </a:lnTo>
                <a:lnTo>
                  <a:pt x="13971" y="1978"/>
                </a:lnTo>
                <a:lnTo>
                  <a:pt x="13824" y="1905"/>
                </a:lnTo>
                <a:lnTo>
                  <a:pt x="13678" y="1856"/>
                </a:lnTo>
                <a:lnTo>
                  <a:pt x="13507" y="1832"/>
                </a:lnTo>
                <a:lnTo>
                  <a:pt x="13360" y="1832"/>
                </a:lnTo>
                <a:lnTo>
                  <a:pt x="13214" y="1881"/>
                </a:lnTo>
                <a:lnTo>
                  <a:pt x="13067" y="1930"/>
                </a:lnTo>
                <a:lnTo>
                  <a:pt x="12921" y="2027"/>
                </a:lnTo>
                <a:lnTo>
                  <a:pt x="11553" y="3102"/>
                </a:lnTo>
                <a:lnTo>
                  <a:pt x="11211" y="2931"/>
                </a:lnTo>
                <a:lnTo>
                  <a:pt x="10869" y="2784"/>
                </a:lnTo>
                <a:lnTo>
                  <a:pt x="10503" y="2638"/>
                </a:lnTo>
                <a:lnTo>
                  <a:pt x="10161" y="2540"/>
                </a:lnTo>
                <a:lnTo>
                  <a:pt x="9965" y="782"/>
                </a:lnTo>
                <a:lnTo>
                  <a:pt x="9917" y="635"/>
                </a:lnTo>
                <a:lnTo>
                  <a:pt x="9868" y="489"/>
                </a:lnTo>
                <a:lnTo>
                  <a:pt x="9770" y="342"/>
                </a:lnTo>
                <a:lnTo>
                  <a:pt x="9672" y="244"/>
                </a:lnTo>
                <a:lnTo>
                  <a:pt x="9526" y="147"/>
                </a:lnTo>
                <a:lnTo>
                  <a:pt x="9404" y="73"/>
                </a:lnTo>
                <a:lnTo>
                  <a:pt x="9257" y="25"/>
                </a:lnTo>
                <a:lnTo>
                  <a:pt x="9086" y="0"/>
                </a:lnTo>
                <a:close/>
              </a:path>
            </a:pathLst>
          </a:custGeom>
          <a:solidFill>
            <a:srgbClr val="1847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72" name="Google Shape;272;p8"/>
          <p:cNvGrpSpPr/>
          <p:nvPr/>
        </p:nvGrpSpPr>
        <p:grpSpPr>
          <a:xfrm>
            <a:off x="7354067" y="3426715"/>
            <a:ext cx="455624" cy="437054"/>
            <a:chOff x="5241175" y="4959100"/>
            <a:chExt cx="539775" cy="517775"/>
          </a:xfrm>
        </p:grpSpPr>
        <p:sp>
          <p:nvSpPr>
            <p:cNvPr id="273" name="Google Shape;273;p8"/>
            <p:cNvSpPr/>
            <p:nvPr/>
          </p:nvSpPr>
          <p:spPr>
            <a:xfrm>
              <a:off x="5575150" y="4959100"/>
              <a:ext cx="161225" cy="178300"/>
            </a:xfrm>
            <a:custGeom>
              <a:avLst/>
              <a:gdLst/>
              <a:ahLst/>
              <a:cxnLst/>
              <a:rect l="l" t="t" r="r" b="b"/>
              <a:pathLst>
                <a:path w="6449" h="7132" extrusionOk="0">
                  <a:moveTo>
                    <a:pt x="4641" y="0"/>
                  </a:moveTo>
                  <a:lnTo>
                    <a:pt x="4470" y="25"/>
                  </a:lnTo>
                  <a:lnTo>
                    <a:pt x="4299" y="49"/>
                  </a:lnTo>
                  <a:lnTo>
                    <a:pt x="4128" y="98"/>
                  </a:lnTo>
                  <a:lnTo>
                    <a:pt x="3957" y="147"/>
                  </a:lnTo>
                  <a:lnTo>
                    <a:pt x="3786" y="220"/>
                  </a:lnTo>
                  <a:lnTo>
                    <a:pt x="3640" y="318"/>
                  </a:lnTo>
                  <a:lnTo>
                    <a:pt x="3517" y="415"/>
                  </a:lnTo>
                  <a:lnTo>
                    <a:pt x="3395" y="538"/>
                  </a:lnTo>
                  <a:lnTo>
                    <a:pt x="3273" y="660"/>
                  </a:lnTo>
                  <a:lnTo>
                    <a:pt x="3175" y="806"/>
                  </a:lnTo>
                  <a:lnTo>
                    <a:pt x="3078" y="953"/>
                  </a:lnTo>
                  <a:lnTo>
                    <a:pt x="3005" y="1099"/>
                  </a:lnTo>
                  <a:lnTo>
                    <a:pt x="2931" y="1270"/>
                  </a:lnTo>
                  <a:lnTo>
                    <a:pt x="2907" y="1441"/>
                  </a:lnTo>
                  <a:lnTo>
                    <a:pt x="2882" y="1612"/>
                  </a:lnTo>
                  <a:lnTo>
                    <a:pt x="2858" y="1808"/>
                  </a:lnTo>
                  <a:lnTo>
                    <a:pt x="2882" y="2076"/>
                  </a:lnTo>
                  <a:lnTo>
                    <a:pt x="2956" y="2345"/>
                  </a:lnTo>
                  <a:lnTo>
                    <a:pt x="3053" y="2589"/>
                  </a:lnTo>
                  <a:lnTo>
                    <a:pt x="3175" y="2809"/>
                  </a:lnTo>
                  <a:lnTo>
                    <a:pt x="0" y="6546"/>
                  </a:lnTo>
                  <a:lnTo>
                    <a:pt x="367" y="6814"/>
                  </a:lnTo>
                  <a:lnTo>
                    <a:pt x="709" y="7132"/>
                  </a:lnTo>
                  <a:lnTo>
                    <a:pt x="3884" y="3419"/>
                  </a:lnTo>
                  <a:lnTo>
                    <a:pt x="4055" y="3493"/>
                  </a:lnTo>
                  <a:lnTo>
                    <a:pt x="4250" y="3542"/>
                  </a:lnTo>
                  <a:lnTo>
                    <a:pt x="4445" y="3566"/>
                  </a:lnTo>
                  <a:lnTo>
                    <a:pt x="4641" y="3590"/>
                  </a:lnTo>
                  <a:lnTo>
                    <a:pt x="4836" y="3566"/>
                  </a:lnTo>
                  <a:lnTo>
                    <a:pt x="5007" y="3542"/>
                  </a:lnTo>
                  <a:lnTo>
                    <a:pt x="5178" y="3517"/>
                  </a:lnTo>
                  <a:lnTo>
                    <a:pt x="5349" y="3444"/>
                  </a:lnTo>
                  <a:lnTo>
                    <a:pt x="5496" y="3371"/>
                  </a:lnTo>
                  <a:lnTo>
                    <a:pt x="5642" y="3273"/>
                  </a:lnTo>
                  <a:lnTo>
                    <a:pt x="5789" y="3175"/>
                  </a:lnTo>
                  <a:lnTo>
                    <a:pt x="5911" y="3053"/>
                  </a:lnTo>
                  <a:lnTo>
                    <a:pt x="6033" y="2931"/>
                  </a:lnTo>
                  <a:lnTo>
                    <a:pt x="6131" y="2809"/>
                  </a:lnTo>
                  <a:lnTo>
                    <a:pt x="6228" y="2638"/>
                  </a:lnTo>
                  <a:lnTo>
                    <a:pt x="6302" y="2491"/>
                  </a:lnTo>
                  <a:lnTo>
                    <a:pt x="6350" y="2320"/>
                  </a:lnTo>
                  <a:lnTo>
                    <a:pt x="6399" y="2149"/>
                  </a:lnTo>
                  <a:lnTo>
                    <a:pt x="6424" y="1979"/>
                  </a:lnTo>
                  <a:lnTo>
                    <a:pt x="6448" y="1808"/>
                  </a:lnTo>
                  <a:lnTo>
                    <a:pt x="6424" y="1612"/>
                  </a:lnTo>
                  <a:lnTo>
                    <a:pt x="6399" y="1441"/>
                  </a:lnTo>
                  <a:lnTo>
                    <a:pt x="6350" y="1270"/>
                  </a:lnTo>
                  <a:lnTo>
                    <a:pt x="6302" y="1099"/>
                  </a:lnTo>
                  <a:lnTo>
                    <a:pt x="6228" y="953"/>
                  </a:lnTo>
                  <a:lnTo>
                    <a:pt x="6131" y="806"/>
                  </a:lnTo>
                  <a:lnTo>
                    <a:pt x="6033" y="660"/>
                  </a:lnTo>
                  <a:lnTo>
                    <a:pt x="5911" y="538"/>
                  </a:lnTo>
                  <a:lnTo>
                    <a:pt x="5789" y="415"/>
                  </a:lnTo>
                  <a:lnTo>
                    <a:pt x="5642" y="318"/>
                  </a:lnTo>
                  <a:lnTo>
                    <a:pt x="5496" y="220"/>
                  </a:lnTo>
                  <a:lnTo>
                    <a:pt x="5349" y="147"/>
                  </a:lnTo>
                  <a:lnTo>
                    <a:pt x="5178" y="98"/>
                  </a:lnTo>
                  <a:lnTo>
                    <a:pt x="5007" y="49"/>
                  </a:lnTo>
                  <a:lnTo>
                    <a:pt x="4836" y="25"/>
                  </a:lnTo>
                  <a:lnTo>
                    <a:pt x="4641" y="0"/>
                  </a:lnTo>
                  <a:close/>
                </a:path>
              </a:pathLst>
            </a:custGeom>
            <a:solidFill>
              <a:srgbClr val="1847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8"/>
            <p:cNvSpPr/>
            <p:nvPr/>
          </p:nvSpPr>
          <p:spPr>
            <a:xfrm>
              <a:off x="5330925" y="4985350"/>
              <a:ext cx="128250" cy="148400"/>
            </a:xfrm>
            <a:custGeom>
              <a:avLst/>
              <a:gdLst/>
              <a:ahLst/>
              <a:cxnLst/>
              <a:rect l="l" t="t" r="r" b="b"/>
              <a:pathLst>
                <a:path w="5130" h="5936" extrusionOk="0">
                  <a:moveTo>
                    <a:pt x="1563" y="0"/>
                  </a:moveTo>
                  <a:lnTo>
                    <a:pt x="1392" y="25"/>
                  </a:lnTo>
                  <a:lnTo>
                    <a:pt x="1221" y="74"/>
                  </a:lnTo>
                  <a:lnTo>
                    <a:pt x="1075" y="147"/>
                  </a:lnTo>
                  <a:lnTo>
                    <a:pt x="904" y="220"/>
                  </a:lnTo>
                  <a:lnTo>
                    <a:pt x="757" y="318"/>
                  </a:lnTo>
                  <a:lnTo>
                    <a:pt x="635" y="416"/>
                  </a:lnTo>
                  <a:lnTo>
                    <a:pt x="513" y="538"/>
                  </a:lnTo>
                  <a:lnTo>
                    <a:pt x="391" y="660"/>
                  </a:lnTo>
                  <a:lnTo>
                    <a:pt x="293" y="806"/>
                  </a:lnTo>
                  <a:lnTo>
                    <a:pt x="196" y="953"/>
                  </a:lnTo>
                  <a:lnTo>
                    <a:pt x="122" y="1099"/>
                  </a:lnTo>
                  <a:lnTo>
                    <a:pt x="74" y="1270"/>
                  </a:lnTo>
                  <a:lnTo>
                    <a:pt x="25" y="1466"/>
                  </a:lnTo>
                  <a:lnTo>
                    <a:pt x="0" y="1637"/>
                  </a:lnTo>
                  <a:lnTo>
                    <a:pt x="0" y="1808"/>
                  </a:lnTo>
                  <a:lnTo>
                    <a:pt x="0" y="2003"/>
                  </a:lnTo>
                  <a:lnTo>
                    <a:pt x="25" y="2174"/>
                  </a:lnTo>
                  <a:lnTo>
                    <a:pt x="74" y="2345"/>
                  </a:lnTo>
                  <a:lnTo>
                    <a:pt x="147" y="2492"/>
                  </a:lnTo>
                  <a:lnTo>
                    <a:pt x="220" y="2663"/>
                  </a:lnTo>
                  <a:lnTo>
                    <a:pt x="318" y="2785"/>
                  </a:lnTo>
                  <a:lnTo>
                    <a:pt x="415" y="2931"/>
                  </a:lnTo>
                  <a:lnTo>
                    <a:pt x="538" y="3053"/>
                  </a:lnTo>
                  <a:lnTo>
                    <a:pt x="660" y="3175"/>
                  </a:lnTo>
                  <a:lnTo>
                    <a:pt x="806" y="3273"/>
                  </a:lnTo>
                  <a:lnTo>
                    <a:pt x="953" y="3371"/>
                  </a:lnTo>
                  <a:lnTo>
                    <a:pt x="1099" y="3444"/>
                  </a:lnTo>
                  <a:lnTo>
                    <a:pt x="1270" y="3493"/>
                  </a:lnTo>
                  <a:lnTo>
                    <a:pt x="1466" y="3542"/>
                  </a:lnTo>
                  <a:lnTo>
                    <a:pt x="1710" y="3566"/>
                  </a:lnTo>
                  <a:lnTo>
                    <a:pt x="1979" y="3566"/>
                  </a:lnTo>
                  <a:lnTo>
                    <a:pt x="2223" y="3517"/>
                  </a:lnTo>
                  <a:lnTo>
                    <a:pt x="2467" y="3444"/>
                  </a:lnTo>
                  <a:lnTo>
                    <a:pt x="4396" y="5935"/>
                  </a:lnTo>
                  <a:lnTo>
                    <a:pt x="4738" y="5642"/>
                  </a:lnTo>
                  <a:lnTo>
                    <a:pt x="5129" y="5374"/>
                  </a:lnTo>
                  <a:lnTo>
                    <a:pt x="3200" y="2858"/>
                  </a:lnTo>
                  <a:lnTo>
                    <a:pt x="3322" y="2687"/>
                  </a:lnTo>
                  <a:lnTo>
                    <a:pt x="3419" y="2516"/>
                  </a:lnTo>
                  <a:lnTo>
                    <a:pt x="3493" y="2321"/>
                  </a:lnTo>
                  <a:lnTo>
                    <a:pt x="3542" y="2101"/>
                  </a:lnTo>
                  <a:lnTo>
                    <a:pt x="3566" y="1930"/>
                  </a:lnTo>
                  <a:lnTo>
                    <a:pt x="3566" y="1734"/>
                  </a:lnTo>
                  <a:lnTo>
                    <a:pt x="3566" y="1564"/>
                  </a:lnTo>
                  <a:lnTo>
                    <a:pt x="3517" y="1393"/>
                  </a:lnTo>
                  <a:lnTo>
                    <a:pt x="3468" y="1222"/>
                  </a:lnTo>
                  <a:lnTo>
                    <a:pt x="3419" y="1075"/>
                  </a:lnTo>
                  <a:lnTo>
                    <a:pt x="3346" y="904"/>
                  </a:lnTo>
                  <a:lnTo>
                    <a:pt x="3249" y="758"/>
                  </a:lnTo>
                  <a:lnTo>
                    <a:pt x="3151" y="635"/>
                  </a:lnTo>
                  <a:lnTo>
                    <a:pt x="3029" y="513"/>
                  </a:lnTo>
                  <a:lnTo>
                    <a:pt x="2907" y="391"/>
                  </a:lnTo>
                  <a:lnTo>
                    <a:pt x="2760" y="294"/>
                  </a:lnTo>
                  <a:lnTo>
                    <a:pt x="2614" y="196"/>
                  </a:lnTo>
                  <a:lnTo>
                    <a:pt x="2443" y="123"/>
                  </a:lnTo>
                  <a:lnTo>
                    <a:pt x="2272" y="74"/>
                  </a:lnTo>
                  <a:lnTo>
                    <a:pt x="2101" y="25"/>
                  </a:lnTo>
                  <a:lnTo>
                    <a:pt x="1930" y="0"/>
                  </a:lnTo>
                  <a:close/>
                </a:path>
              </a:pathLst>
            </a:custGeom>
            <a:solidFill>
              <a:srgbClr val="1847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8"/>
            <p:cNvSpPr/>
            <p:nvPr/>
          </p:nvSpPr>
          <p:spPr>
            <a:xfrm>
              <a:off x="5241175" y="5241175"/>
              <a:ext cx="180125" cy="109325"/>
            </a:xfrm>
            <a:custGeom>
              <a:avLst/>
              <a:gdLst/>
              <a:ahLst/>
              <a:cxnLst/>
              <a:rect l="l" t="t" r="r" b="b"/>
              <a:pathLst>
                <a:path w="7205" h="4373" extrusionOk="0">
                  <a:moveTo>
                    <a:pt x="6839" y="1"/>
                  </a:moveTo>
                  <a:lnTo>
                    <a:pt x="3224" y="1491"/>
                  </a:lnTo>
                  <a:lnTo>
                    <a:pt x="3102" y="1368"/>
                  </a:lnTo>
                  <a:lnTo>
                    <a:pt x="2980" y="1246"/>
                  </a:lnTo>
                  <a:lnTo>
                    <a:pt x="2858" y="1124"/>
                  </a:lnTo>
                  <a:lnTo>
                    <a:pt x="2687" y="1026"/>
                  </a:lnTo>
                  <a:lnTo>
                    <a:pt x="2540" y="953"/>
                  </a:lnTo>
                  <a:lnTo>
                    <a:pt x="2369" y="880"/>
                  </a:lnTo>
                  <a:lnTo>
                    <a:pt x="2198" y="831"/>
                  </a:lnTo>
                  <a:lnTo>
                    <a:pt x="2027" y="807"/>
                  </a:lnTo>
                  <a:lnTo>
                    <a:pt x="1856" y="782"/>
                  </a:lnTo>
                  <a:lnTo>
                    <a:pt x="1685" y="807"/>
                  </a:lnTo>
                  <a:lnTo>
                    <a:pt x="1514" y="807"/>
                  </a:lnTo>
                  <a:lnTo>
                    <a:pt x="1343" y="856"/>
                  </a:lnTo>
                  <a:lnTo>
                    <a:pt x="1172" y="904"/>
                  </a:lnTo>
                  <a:lnTo>
                    <a:pt x="1026" y="978"/>
                  </a:lnTo>
                  <a:lnTo>
                    <a:pt x="879" y="1051"/>
                  </a:lnTo>
                  <a:lnTo>
                    <a:pt x="733" y="1149"/>
                  </a:lnTo>
                  <a:lnTo>
                    <a:pt x="586" y="1271"/>
                  </a:lnTo>
                  <a:lnTo>
                    <a:pt x="464" y="1393"/>
                  </a:lnTo>
                  <a:lnTo>
                    <a:pt x="342" y="1515"/>
                  </a:lnTo>
                  <a:lnTo>
                    <a:pt x="244" y="1686"/>
                  </a:lnTo>
                  <a:lnTo>
                    <a:pt x="171" y="1832"/>
                  </a:lnTo>
                  <a:lnTo>
                    <a:pt x="98" y="2003"/>
                  </a:lnTo>
                  <a:lnTo>
                    <a:pt x="49" y="2174"/>
                  </a:lnTo>
                  <a:lnTo>
                    <a:pt x="25" y="2345"/>
                  </a:lnTo>
                  <a:lnTo>
                    <a:pt x="0" y="2516"/>
                  </a:lnTo>
                  <a:lnTo>
                    <a:pt x="0" y="2687"/>
                  </a:lnTo>
                  <a:lnTo>
                    <a:pt x="25" y="2858"/>
                  </a:lnTo>
                  <a:lnTo>
                    <a:pt x="73" y="3029"/>
                  </a:lnTo>
                  <a:lnTo>
                    <a:pt x="122" y="3200"/>
                  </a:lnTo>
                  <a:lnTo>
                    <a:pt x="195" y="3347"/>
                  </a:lnTo>
                  <a:lnTo>
                    <a:pt x="269" y="3518"/>
                  </a:lnTo>
                  <a:lnTo>
                    <a:pt x="366" y="3640"/>
                  </a:lnTo>
                  <a:lnTo>
                    <a:pt x="464" y="3786"/>
                  </a:lnTo>
                  <a:lnTo>
                    <a:pt x="611" y="3908"/>
                  </a:lnTo>
                  <a:lnTo>
                    <a:pt x="733" y="4031"/>
                  </a:lnTo>
                  <a:lnTo>
                    <a:pt x="904" y="4128"/>
                  </a:lnTo>
                  <a:lnTo>
                    <a:pt x="1050" y="4201"/>
                  </a:lnTo>
                  <a:lnTo>
                    <a:pt x="1221" y="4275"/>
                  </a:lnTo>
                  <a:lnTo>
                    <a:pt x="1392" y="4324"/>
                  </a:lnTo>
                  <a:lnTo>
                    <a:pt x="1563" y="4348"/>
                  </a:lnTo>
                  <a:lnTo>
                    <a:pt x="1734" y="4372"/>
                  </a:lnTo>
                  <a:lnTo>
                    <a:pt x="1905" y="4372"/>
                  </a:lnTo>
                  <a:lnTo>
                    <a:pt x="2076" y="4348"/>
                  </a:lnTo>
                  <a:lnTo>
                    <a:pt x="2247" y="4299"/>
                  </a:lnTo>
                  <a:lnTo>
                    <a:pt x="2418" y="4250"/>
                  </a:lnTo>
                  <a:lnTo>
                    <a:pt x="2565" y="4201"/>
                  </a:lnTo>
                  <a:lnTo>
                    <a:pt x="2711" y="4104"/>
                  </a:lnTo>
                  <a:lnTo>
                    <a:pt x="2858" y="4006"/>
                  </a:lnTo>
                  <a:lnTo>
                    <a:pt x="3004" y="3908"/>
                  </a:lnTo>
                  <a:lnTo>
                    <a:pt x="3126" y="3786"/>
                  </a:lnTo>
                  <a:lnTo>
                    <a:pt x="3248" y="3640"/>
                  </a:lnTo>
                  <a:lnTo>
                    <a:pt x="3346" y="3493"/>
                  </a:lnTo>
                  <a:lnTo>
                    <a:pt x="3468" y="3200"/>
                  </a:lnTo>
                  <a:lnTo>
                    <a:pt x="3541" y="2931"/>
                  </a:lnTo>
                  <a:lnTo>
                    <a:pt x="3590" y="2638"/>
                  </a:lnTo>
                  <a:lnTo>
                    <a:pt x="3566" y="2345"/>
                  </a:lnTo>
                  <a:lnTo>
                    <a:pt x="7205" y="856"/>
                  </a:lnTo>
                  <a:lnTo>
                    <a:pt x="6985" y="440"/>
                  </a:lnTo>
                  <a:lnTo>
                    <a:pt x="6839" y="1"/>
                  </a:lnTo>
                  <a:close/>
                </a:path>
              </a:pathLst>
            </a:custGeom>
            <a:solidFill>
              <a:srgbClr val="1847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8"/>
            <p:cNvSpPr/>
            <p:nvPr/>
          </p:nvSpPr>
          <p:spPr>
            <a:xfrm>
              <a:off x="5461575" y="5316900"/>
              <a:ext cx="89175" cy="159975"/>
            </a:xfrm>
            <a:custGeom>
              <a:avLst/>
              <a:gdLst/>
              <a:ahLst/>
              <a:cxnLst/>
              <a:rect l="l" t="t" r="r" b="b"/>
              <a:pathLst>
                <a:path w="3567" h="6399" extrusionOk="0">
                  <a:moveTo>
                    <a:pt x="1491" y="0"/>
                  </a:moveTo>
                  <a:lnTo>
                    <a:pt x="1393" y="2858"/>
                  </a:lnTo>
                  <a:lnTo>
                    <a:pt x="1198" y="2907"/>
                  </a:lnTo>
                  <a:lnTo>
                    <a:pt x="1002" y="3004"/>
                  </a:lnTo>
                  <a:lnTo>
                    <a:pt x="807" y="3102"/>
                  </a:lnTo>
                  <a:lnTo>
                    <a:pt x="636" y="3224"/>
                  </a:lnTo>
                  <a:lnTo>
                    <a:pt x="489" y="3346"/>
                  </a:lnTo>
                  <a:lnTo>
                    <a:pt x="392" y="3493"/>
                  </a:lnTo>
                  <a:lnTo>
                    <a:pt x="269" y="3639"/>
                  </a:lnTo>
                  <a:lnTo>
                    <a:pt x="196" y="3786"/>
                  </a:lnTo>
                  <a:lnTo>
                    <a:pt x="123" y="3932"/>
                  </a:lnTo>
                  <a:lnTo>
                    <a:pt x="74" y="4103"/>
                  </a:lnTo>
                  <a:lnTo>
                    <a:pt x="25" y="4274"/>
                  </a:lnTo>
                  <a:lnTo>
                    <a:pt x="1" y="4445"/>
                  </a:lnTo>
                  <a:lnTo>
                    <a:pt x="1" y="4616"/>
                  </a:lnTo>
                  <a:lnTo>
                    <a:pt x="1" y="4787"/>
                  </a:lnTo>
                  <a:lnTo>
                    <a:pt x="25" y="4958"/>
                  </a:lnTo>
                  <a:lnTo>
                    <a:pt x="74" y="5129"/>
                  </a:lnTo>
                  <a:lnTo>
                    <a:pt x="123" y="5276"/>
                  </a:lnTo>
                  <a:lnTo>
                    <a:pt x="196" y="5447"/>
                  </a:lnTo>
                  <a:lnTo>
                    <a:pt x="294" y="5593"/>
                  </a:lnTo>
                  <a:lnTo>
                    <a:pt x="416" y="5740"/>
                  </a:lnTo>
                  <a:lnTo>
                    <a:pt x="538" y="5886"/>
                  </a:lnTo>
                  <a:lnTo>
                    <a:pt x="660" y="6008"/>
                  </a:lnTo>
                  <a:lnTo>
                    <a:pt x="807" y="6106"/>
                  </a:lnTo>
                  <a:lnTo>
                    <a:pt x="953" y="6179"/>
                  </a:lnTo>
                  <a:lnTo>
                    <a:pt x="1124" y="6252"/>
                  </a:lnTo>
                  <a:lnTo>
                    <a:pt x="1271" y="6326"/>
                  </a:lnTo>
                  <a:lnTo>
                    <a:pt x="1442" y="6350"/>
                  </a:lnTo>
                  <a:lnTo>
                    <a:pt x="1613" y="6375"/>
                  </a:lnTo>
                  <a:lnTo>
                    <a:pt x="1784" y="6399"/>
                  </a:lnTo>
                  <a:lnTo>
                    <a:pt x="1955" y="6375"/>
                  </a:lnTo>
                  <a:lnTo>
                    <a:pt x="2126" y="6350"/>
                  </a:lnTo>
                  <a:lnTo>
                    <a:pt x="2297" y="6301"/>
                  </a:lnTo>
                  <a:lnTo>
                    <a:pt x="2468" y="6252"/>
                  </a:lnTo>
                  <a:lnTo>
                    <a:pt x="2614" y="6179"/>
                  </a:lnTo>
                  <a:lnTo>
                    <a:pt x="2785" y="6082"/>
                  </a:lnTo>
                  <a:lnTo>
                    <a:pt x="2932" y="5984"/>
                  </a:lnTo>
                  <a:lnTo>
                    <a:pt x="3054" y="5862"/>
                  </a:lnTo>
                  <a:lnTo>
                    <a:pt x="3176" y="5715"/>
                  </a:lnTo>
                  <a:lnTo>
                    <a:pt x="3273" y="5569"/>
                  </a:lnTo>
                  <a:lnTo>
                    <a:pt x="3371" y="5422"/>
                  </a:lnTo>
                  <a:lnTo>
                    <a:pt x="3444" y="5276"/>
                  </a:lnTo>
                  <a:lnTo>
                    <a:pt x="3493" y="5105"/>
                  </a:lnTo>
                  <a:lnTo>
                    <a:pt x="3542" y="4934"/>
                  </a:lnTo>
                  <a:lnTo>
                    <a:pt x="3567" y="4763"/>
                  </a:lnTo>
                  <a:lnTo>
                    <a:pt x="3567" y="4592"/>
                  </a:lnTo>
                  <a:lnTo>
                    <a:pt x="3567" y="4421"/>
                  </a:lnTo>
                  <a:lnTo>
                    <a:pt x="3542" y="4250"/>
                  </a:lnTo>
                  <a:lnTo>
                    <a:pt x="3493" y="4079"/>
                  </a:lnTo>
                  <a:lnTo>
                    <a:pt x="3420" y="3908"/>
                  </a:lnTo>
                  <a:lnTo>
                    <a:pt x="3347" y="3761"/>
                  </a:lnTo>
                  <a:lnTo>
                    <a:pt x="3273" y="3615"/>
                  </a:lnTo>
                  <a:lnTo>
                    <a:pt x="3151" y="3468"/>
                  </a:lnTo>
                  <a:lnTo>
                    <a:pt x="2980" y="3273"/>
                  </a:lnTo>
                  <a:lnTo>
                    <a:pt x="2761" y="3102"/>
                  </a:lnTo>
                  <a:lnTo>
                    <a:pt x="2541" y="2980"/>
                  </a:lnTo>
                  <a:lnTo>
                    <a:pt x="2321" y="2907"/>
                  </a:lnTo>
                  <a:lnTo>
                    <a:pt x="2419" y="25"/>
                  </a:lnTo>
                  <a:lnTo>
                    <a:pt x="2419" y="25"/>
                  </a:lnTo>
                  <a:lnTo>
                    <a:pt x="2126" y="49"/>
                  </a:lnTo>
                  <a:lnTo>
                    <a:pt x="1808" y="25"/>
                  </a:lnTo>
                  <a:lnTo>
                    <a:pt x="1491" y="0"/>
                  </a:lnTo>
                  <a:close/>
                </a:path>
              </a:pathLst>
            </a:custGeom>
            <a:solidFill>
              <a:srgbClr val="1847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8"/>
            <p:cNvSpPr/>
            <p:nvPr/>
          </p:nvSpPr>
          <p:spPr>
            <a:xfrm>
              <a:off x="5619100" y="5194175"/>
              <a:ext cx="161850" cy="89775"/>
            </a:xfrm>
            <a:custGeom>
              <a:avLst/>
              <a:gdLst/>
              <a:ahLst/>
              <a:cxnLst/>
              <a:rect l="l" t="t" r="r" b="b"/>
              <a:pathLst>
                <a:path w="6474" h="3591" extrusionOk="0">
                  <a:moveTo>
                    <a:pt x="4592" y="0"/>
                  </a:moveTo>
                  <a:lnTo>
                    <a:pt x="4422" y="25"/>
                  </a:lnTo>
                  <a:lnTo>
                    <a:pt x="4251" y="73"/>
                  </a:lnTo>
                  <a:lnTo>
                    <a:pt x="4080" y="122"/>
                  </a:lnTo>
                  <a:lnTo>
                    <a:pt x="3884" y="196"/>
                  </a:lnTo>
                  <a:lnTo>
                    <a:pt x="3713" y="293"/>
                  </a:lnTo>
                  <a:lnTo>
                    <a:pt x="3567" y="391"/>
                  </a:lnTo>
                  <a:lnTo>
                    <a:pt x="3420" y="513"/>
                  </a:lnTo>
                  <a:lnTo>
                    <a:pt x="3298" y="660"/>
                  </a:lnTo>
                  <a:lnTo>
                    <a:pt x="3200" y="806"/>
                  </a:lnTo>
                  <a:lnTo>
                    <a:pt x="3103" y="953"/>
                  </a:lnTo>
                  <a:lnTo>
                    <a:pt x="3029" y="1124"/>
                  </a:lnTo>
                  <a:lnTo>
                    <a:pt x="99" y="757"/>
                  </a:lnTo>
                  <a:lnTo>
                    <a:pt x="74" y="1221"/>
                  </a:lnTo>
                  <a:lnTo>
                    <a:pt x="1" y="1661"/>
                  </a:lnTo>
                  <a:lnTo>
                    <a:pt x="2907" y="2027"/>
                  </a:lnTo>
                  <a:lnTo>
                    <a:pt x="2932" y="2223"/>
                  </a:lnTo>
                  <a:lnTo>
                    <a:pt x="3005" y="2418"/>
                  </a:lnTo>
                  <a:lnTo>
                    <a:pt x="3078" y="2565"/>
                  </a:lnTo>
                  <a:lnTo>
                    <a:pt x="3152" y="2736"/>
                  </a:lnTo>
                  <a:lnTo>
                    <a:pt x="3249" y="2882"/>
                  </a:lnTo>
                  <a:lnTo>
                    <a:pt x="3371" y="3004"/>
                  </a:lnTo>
                  <a:lnTo>
                    <a:pt x="3493" y="3126"/>
                  </a:lnTo>
                  <a:lnTo>
                    <a:pt x="3616" y="3248"/>
                  </a:lnTo>
                  <a:lnTo>
                    <a:pt x="3762" y="3346"/>
                  </a:lnTo>
                  <a:lnTo>
                    <a:pt x="3909" y="3419"/>
                  </a:lnTo>
                  <a:lnTo>
                    <a:pt x="4080" y="3493"/>
                  </a:lnTo>
                  <a:lnTo>
                    <a:pt x="4251" y="3541"/>
                  </a:lnTo>
                  <a:lnTo>
                    <a:pt x="4422" y="3566"/>
                  </a:lnTo>
                  <a:lnTo>
                    <a:pt x="4592" y="3590"/>
                  </a:lnTo>
                  <a:lnTo>
                    <a:pt x="4763" y="3590"/>
                  </a:lnTo>
                  <a:lnTo>
                    <a:pt x="4934" y="3566"/>
                  </a:lnTo>
                  <a:lnTo>
                    <a:pt x="5105" y="3541"/>
                  </a:lnTo>
                  <a:lnTo>
                    <a:pt x="5276" y="3468"/>
                  </a:lnTo>
                  <a:lnTo>
                    <a:pt x="5447" y="3419"/>
                  </a:lnTo>
                  <a:lnTo>
                    <a:pt x="5618" y="3322"/>
                  </a:lnTo>
                  <a:lnTo>
                    <a:pt x="5765" y="3224"/>
                  </a:lnTo>
                  <a:lnTo>
                    <a:pt x="5887" y="3102"/>
                  </a:lnTo>
                  <a:lnTo>
                    <a:pt x="6009" y="2980"/>
                  </a:lnTo>
                  <a:lnTo>
                    <a:pt x="6131" y="2858"/>
                  </a:lnTo>
                  <a:lnTo>
                    <a:pt x="6204" y="2711"/>
                  </a:lnTo>
                  <a:lnTo>
                    <a:pt x="6302" y="2565"/>
                  </a:lnTo>
                  <a:lnTo>
                    <a:pt x="6351" y="2394"/>
                  </a:lnTo>
                  <a:lnTo>
                    <a:pt x="6400" y="2223"/>
                  </a:lnTo>
                  <a:lnTo>
                    <a:pt x="6449" y="2076"/>
                  </a:lnTo>
                  <a:lnTo>
                    <a:pt x="6473" y="1881"/>
                  </a:lnTo>
                  <a:lnTo>
                    <a:pt x="6473" y="1710"/>
                  </a:lnTo>
                  <a:lnTo>
                    <a:pt x="6449" y="1539"/>
                  </a:lnTo>
                  <a:lnTo>
                    <a:pt x="6424" y="1368"/>
                  </a:lnTo>
                  <a:lnTo>
                    <a:pt x="6351" y="1197"/>
                  </a:lnTo>
                  <a:lnTo>
                    <a:pt x="6278" y="1026"/>
                  </a:lnTo>
                  <a:lnTo>
                    <a:pt x="6204" y="855"/>
                  </a:lnTo>
                  <a:lnTo>
                    <a:pt x="6107" y="708"/>
                  </a:lnTo>
                  <a:lnTo>
                    <a:pt x="5985" y="586"/>
                  </a:lnTo>
                  <a:lnTo>
                    <a:pt x="5862" y="464"/>
                  </a:lnTo>
                  <a:lnTo>
                    <a:pt x="5740" y="342"/>
                  </a:lnTo>
                  <a:lnTo>
                    <a:pt x="5594" y="269"/>
                  </a:lnTo>
                  <a:lnTo>
                    <a:pt x="5447" y="171"/>
                  </a:lnTo>
                  <a:lnTo>
                    <a:pt x="5276" y="122"/>
                  </a:lnTo>
                  <a:lnTo>
                    <a:pt x="5105" y="73"/>
                  </a:lnTo>
                  <a:lnTo>
                    <a:pt x="4934" y="25"/>
                  </a:lnTo>
                  <a:lnTo>
                    <a:pt x="4763" y="25"/>
                  </a:lnTo>
                  <a:lnTo>
                    <a:pt x="4592" y="0"/>
                  </a:lnTo>
                  <a:close/>
                </a:path>
              </a:pathLst>
            </a:custGeom>
            <a:solidFill>
              <a:srgbClr val="1847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8"/>
            <p:cNvSpPr/>
            <p:nvPr/>
          </p:nvSpPr>
          <p:spPr>
            <a:xfrm>
              <a:off x="5420075" y="5116000"/>
              <a:ext cx="189300" cy="189925"/>
            </a:xfrm>
            <a:custGeom>
              <a:avLst/>
              <a:gdLst/>
              <a:ahLst/>
              <a:cxnLst/>
              <a:rect l="l" t="t" r="r" b="b"/>
              <a:pathLst>
                <a:path w="7572" h="7597" extrusionOk="0">
                  <a:moveTo>
                    <a:pt x="3786" y="1"/>
                  </a:moveTo>
                  <a:lnTo>
                    <a:pt x="3395" y="25"/>
                  </a:lnTo>
                  <a:lnTo>
                    <a:pt x="3028" y="74"/>
                  </a:lnTo>
                  <a:lnTo>
                    <a:pt x="2662" y="172"/>
                  </a:lnTo>
                  <a:lnTo>
                    <a:pt x="2320" y="294"/>
                  </a:lnTo>
                  <a:lnTo>
                    <a:pt x="1978" y="465"/>
                  </a:lnTo>
                  <a:lnTo>
                    <a:pt x="1661" y="660"/>
                  </a:lnTo>
                  <a:lnTo>
                    <a:pt x="1392" y="880"/>
                  </a:lnTo>
                  <a:lnTo>
                    <a:pt x="1123" y="1124"/>
                  </a:lnTo>
                  <a:lnTo>
                    <a:pt x="879" y="1393"/>
                  </a:lnTo>
                  <a:lnTo>
                    <a:pt x="659" y="1686"/>
                  </a:lnTo>
                  <a:lnTo>
                    <a:pt x="464" y="1979"/>
                  </a:lnTo>
                  <a:lnTo>
                    <a:pt x="293" y="2321"/>
                  </a:lnTo>
                  <a:lnTo>
                    <a:pt x="171" y="2663"/>
                  </a:lnTo>
                  <a:lnTo>
                    <a:pt x="73" y="3029"/>
                  </a:lnTo>
                  <a:lnTo>
                    <a:pt x="24" y="3420"/>
                  </a:lnTo>
                  <a:lnTo>
                    <a:pt x="0" y="3787"/>
                  </a:lnTo>
                  <a:lnTo>
                    <a:pt x="24" y="4177"/>
                  </a:lnTo>
                  <a:lnTo>
                    <a:pt x="73" y="4568"/>
                  </a:lnTo>
                  <a:lnTo>
                    <a:pt x="171" y="4934"/>
                  </a:lnTo>
                  <a:lnTo>
                    <a:pt x="293" y="5276"/>
                  </a:lnTo>
                  <a:lnTo>
                    <a:pt x="464" y="5594"/>
                  </a:lnTo>
                  <a:lnTo>
                    <a:pt x="659" y="5911"/>
                  </a:lnTo>
                  <a:lnTo>
                    <a:pt x="879" y="6204"/>
                  </a:lnTo>
                  <a:lnTo>
                    <a:pt x="1123" y="6473"/>
                  </a:lnTo>
                  <a:lnTo>
                    <a:pt x="1392" y="6717"/>
                  </a:lnTo>
                  <a:lnTo>
                    <a:pt x="1661" y="6937"/>
                  </a:lnTo>
                  <a:lnTo>
                    <a:pt x="1978" y="7133"/>
                  </a:lnTo>
                  <a:lnTo>
                    <a:pt x="2320" y="7279"/>
                  </a:lnTo>
                  <a:lnTo>
                    <a:pt x="2662" y="7426"/>
                  </a:lnTo>
                  <a:lnTo>
                    <a:pt x="3028" y="7499"/>
                  </a:lnTo>
                  <a:lnTo>
                    <a:pt x="3395" y="7572"/>
                  </a:lnTo>
                  <a:lnTo>
                    <a:pt x="3786" y="7597"/>
                  </a:lnTo>
                  <a:lnTo>
                    <a:pt x="4176" y="7572"/>
                  </a:lnTo>
                  <a:lnTo>
                    <a:pt x="4567" y="7499"/>
                  </a:lnTo>
                  <a:lnTo>
                    <a:pt x="4909" y="7426"/>
                  </a:lnTo>
                  <a:lnTo>
                    <a:pt x="5275" y="7279"/>
                  </a:lnTo>
                  <a:lnTo>
                    <a:pt x="5593" y="7133"/>
                  </a:lnTo>
                  <a:lnTo>
                    <a:pt x="5910" y="6937"/>
                  </a:lnTo>
                  <a:lnTo>
                    <a:pt x="6203" y="6717"/>
                  </a:lnTo>
                  <a:lnTo>
                    <a:pt x="6472" y="6473"/>
                  </a:lnTo>
                  <a:lnTo>
                    <a:pt x="6716" y="6204"/>
                  </a:lnTo>
                  <a:lnTo>
                    <a:pt x="6936" y="5911"/>
                  </a:lnTo>
                  <a:lnTo>
                    <a:pt x="7132" y="5594"/>
                  </a:lnTo>
                  <a:lnTo>
                    <a:pt x="7278" y="5276"/>
                  </a:lnTo>
                  <a:lnTo>
                    <a:pt x="7425" y="4934"/>
                  </a:lnTo>
                  <a:lnTo>
                    <a:pt x="7498" y="4568"/>
                  </a:lnTo>
                  <a:lnTo>
                    <a:pt x="7571" y="4177"/>
                  </a:lnTo>
                  <a:lnTo>
                    <a:pt x="7571" y="3787"/>
                  </a:lnTo>
                  <a:lnTo>
                    <a:pt x="7571" y="3420"/>
                  </a:lnTo>
                  <a:lnTo>
                    <a:pt x="7498" y="3029"/>
                  </a:lnTo>
                  <a:lnTo>
                    <a:pt x="7425" y="2663"/>
                  </a:lnTo>
                  <a:lnTo>
                    <a:pt x="7278" y="2321"/>
                  </a:lnTo>
                  <a:lnTo>
                    <a:pt x="7132" y="1979"/>
                  </a:lnTo>
                  <a:lnTo>
                    <a:pt x="6936" y="1686"/>
                  </a:lnTo>
                  <a:lnTo>
                    <a:pt x="6716" y="1393"/>
                  </a:lnTo>
                  <a:lnTo>
                    <a:pt x="6472" y="1124"/>
                  </a:lnTo>
                  <a:lnTo>
                    <a:pt x="6203" y="880"/>
                  </a:lnTo>
                  <a:lnTo>
                    <a:pt x="5910" y="660"/>
                  </a:lnTo>
                  <a:lnTo>
                    <a:pt x="5593" y="465"/>
                  </a:lnTo>
                  <a:lnTo>
                    <a:pt x="5275" y="294"/>
                  </a:lnTo>
                  <a:lnTo>
                    <a:pt x="4909" y="172"/>
                  </a:lnTo>
                  <a:lnTo>
                    <a:pt x="4567" y="74"/>
                  </a:lnTo>
                  <a:lnTo>
                    <a:pt x="4176" y="25"/>
                  </a:lnTo>
                  <a:lnTo>
                    <a:pt x="3786" y="1"/>
                  </a:lnTo>
                  <a:close/>
                </a:path>
              </a:pathLst>
            </a:custGeom>
            <a:solidFill>
              <a:srgbClr val="1847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9" name="Google Shape;279;p8"/>
          <p:cNvSpPr/>
          <p:nvPr/>
        </p:nvSpPr>
        <p:spPr>
          <a:xfrm>
            <a:off x="8081326" y="3153875"/>
            <a:ext cx="299952" cy="272838"/>
          </a:xfrm>
          <a:custGeom>
            <a:avLst/>
            <a:gdLst/>
            <a:ahLst/>
            <a:cxnLst/>
            <a:rect l="l" t="t" r="r" b="b"/>
            <a:pathLst>
              <a:path w="16218" h="14752" extrusionOk="0">
                <a:moveTo>
                  <a:pt x="7694" y="0"/>
                </a:moveTo>
                <a:lnTo>
                  <a:pt x="7279" y="25"/>
                </a:lnTo>
                <a:lnTo>
                  <a:pt x="6863" y="74"/>
                </a:lnTo>
                <a:lnTo>
                  <a:pt x="6473" y="123"/>
                </a:lnTo>
                <a:lnTo>
                  <a:pt x="6082" y="196"/>
                </a:lnTo>
                <a:lnTo>
                  <a:pt x="5691" y="293"/>
                </a:lnTo>
                <a:lnTo>
                  <a:pt x="5325" y="416"/>
                </a:lnTo>
                <a:lnTo>
                  <a:pt x="4958" y="538"/>
                </a:lnTo>
                <a:lnTo>
                  <a:pt x="4592" y="660"/>
                </a:lnTo>
                <a:lnTo>
                  <a:pt x="4250" y="831"/>
                </a:lnTo>
                <a:lnTo>
                  <a:pt x="3908" y="977"/>
                </a:lnTo>
                <a:lnTo>
                  <a:pt x="3566" y="1173"/>
                </a:lnTo>
                <a:lnTo>
                  <a:pt x="3249" y="1368"/>
                </a:lnTo>
                <a:lnTo>
                  <a:pt x="2956" y="1563"/>
                </a:lnTo>
                <a:lnTo>
                  <a:pt x="2663" y="1783"/>
                </a:lnTo>
                <a:lnTo>
                  <a:pt x="2370" y="2003"/>
                </a:lnTo>
                <a:lnTo>
                  <a:pt x="2101" y="2247"/>
                </a:lnTo>
                <a:lnTo>
                  <a:pt x="1857" y="2492"/>
                </a:lnTo>
                <a:lnTo>
                  <a:pt x="1612" y="2760"/>
                </a:lnTo>
                <a:lnTo>
                  <a:pt x="1393" y="3029"/>
                </a:lnTo>
                <a:lnTo>
                  <a:pt x="1173" y="3298"/>
                </a:lnTo>
                <a:lnTo>
                  <a:pt x="977" y="3591"/>
                </a:lnTo>
                <a:lnTo>
                  <a:pt x="807" y="3884"/>
                </a:lnTo>
                <a:lnTo>
                  <a:pt x="636" y="4201"/>
                </a:lnTo>
                <a:lnTo>
                  <a:pt x="489" y="4519"/>
                </a:lnTo>
                <a:lnTo>
                  <a:pt x="367" y="4836"/>
                </a:lnTo>
                <a:lnTo>
                  <a:pt x="245" y="5154"/>
                </a:lnTo>
                <a:lnTo>
                  <a:pt x="172" y="5496"/>
                </a:lnTo>
                <a:lnTo>
                  <a:pt x="98" y="5838"/>
                </a:lnTo>
                <a:lnTo>
                  <a:pt x="49" y="6179"/>
                </a:lnTo>
                <a:lnTo>
                  <a:pt x="1" y="6521"/>
                </a:lnTo>
                <a:lnTo>
                  <a:pt x="1" y="6888"/>
                </a:lnTo>
                <a:lnTo>
                  <a:pt x="1" y="7254"/>
                </a:lnTo>
                <a:lnTo>
                  <a:pt x="49" y="7645"/>
                </a:lnTo>
                <a:lnTo>
                  <a:pt x="98" y="8011"/>
                </a:lnTo>
                <a:lnTo>
                  <a:pt x="196" y="8353"/>
                </a:lnTo>
                <a:lnTo>
                  <a:pt x="294" y="8719"/>
                </a:lnTo>
                <a:lnTo>
                  <a:pt x="416" y="9061"/>
                </a:lnTo>
                <a:lnTo>
                  <a:pt x="562" y="9403"/>
                </a:lnTo>
                <a:lnTo>
                  <a:pt x="733" y="9745"/>
                </a:lnTo>
                <a:lnTo>
                  <a:pt x="904" y="10063"/>
                </a:lnTo>
                <a:lnTo>
                  <a:pt x="1100" y="10356"/>
                </a:lnTo>
                <a:lnTo>
                  <a:pt x="1344" y="10673"/>
                </a:lnTo>
                <a:lnTo>
                  <a:pt x="1564" y="10966"/>
                </a:lnTo>
                <a:lnTo>
                  <a:pt x="1832" y="11235"/>
                </a:lnTo>
                <a:lnTo>
                  <a:pt x="2101" y="11504"/>
                </a:lnTo>
                <a:lnTo>
                  <a:pt x="2394" y="11772"/>
                </a:lnTo>
                <a:lnTo>
                  <a:pt x="2687" y="12017"/>
                </a:lnTo>
                <a:lnTo>
                  <a:pt x="2492" y="12383"/>
                </a:lnTo>
                <a:lnTo>
                  <a:pt x="2272" y="12749"/>
                </a:lnTo>
                <a:lnTo>
                  <a:pt x="2028" y="13140"/>
                </a:lnTo>
                <a:lnTo>
                  <a:pt x="1710" y="13506"/>
                </a:lnTo>
                <a:lnTo>
                  <a:pt x="1368" y="13873"/>
                </a:lnTo>
                <a:lnTo>
                  <a:pt x="1173" y="14044"/>
                </a:lnTo>
                <a:lnTo>
                  <a:pt x="953" y="14190"/>
                </a:lnTo>
                <a:lnTo>
                  <a:pt x="733" y="14337"/>
                </a:lnTo>
                <a:lnTo>
                  <a:pt x="513" y="14483"/>
                </a:lnTo>
                <a:lnTo>
                  <a:pt x="269" y="14581"/>
                </a:lnTo>
                <a:lnTo>
                  <a:pt x="1" y="14703"/>
                </a:lnTo>
                <a:lnTo>
                  <a:pt x="123" y="14703"/>
                </a:lnTo>
                <a:lnTo>
                  <a:pt x="489" y="14752"/>
                </a:lnTo>
                <a:lnTo>
                  <a:pt x="1368" y="14752"/>
                </a:lnTo>
                <a:lnTo>
                  <a:pt x="1710" y="14728"/>
                </a:lnTo>
                <a:lnTo>
                  <a:pt x="2101" y="14654"/>
                </a:lnTo>
                <a:lnTo>
                  <a:pt x="2492" y="14581"/>
                </a:lnTo>
                <a:lnTo>
                  <a:pt x="2907" y="14459"/>
                </a:lnTo>
                <a:lnTo>
                  <a:pt x="3322" y="14312"/>
                </a:lnTo>
                <a:lnTo>
                  <a:pt x="3762" y="14117"/>
                </a:lnTo>
                <a:lnTo>
                  <a:pt x="4177" y="13873"/>
                </a:lnTo>
                <a:lnTo>
                  <a:pt x="4592" y="13604"/>
                </a:lnTo>
                <a:lnTo>
                  <a:pt x="4983" y="13238"/>
                </a:lnTo>
                <a:lnTo>
                  <a:pt x="5349" y="13360"/>
                </a:lnTo>
                <a:lnTo>
                  <a:pt x="5716" y="13482"/>
                </a:lnTo>
                <a:lnTo>
                  <a:pt x="6106" y="13555"/>
                </a:lnTo>
                <a:lnTo>
                  <a:pt x="6497" y="13628"/>
                </a:lnTo>
                <a:lnTo>
                  <a:pt x="6888" y="13702"/>
                </a:lnTo>
                <a:lnTo>
                  <a:pt x="7279" y="13751"/>
                </a:lnTo>
                <a:lnTo>
                  <a:pt x="7694" y="13775"/>
                </a:lnTo>
                <a:lnTo>
                  <a:pt x="8524" y="13775"/>
                </a:lnTo>
                <a:lnTo>
                  <a:pt x="8939" y="13751"/>
                </a:lnTo>
                <a:lnTo>
                  <a:pt x="9355" y="13702"/>
                </a:lnTo>
                <a:lnTo>
                  <a:pt x="9745" y="13628"/>
                </a:lnTo>
                <a:lnTo>
                  <a:pt x="10136" y="13555"/>
                </a:lnTo>
                <a:lnTo>
                  <a:pt x="10527" y="13458"/>
                </a:lnTo>
                <a:lnTo>
                  <a:pt x="10893" y="13360"/>
                </a:lnTo>
                <a:lnTo>
                  <a:pt x="11260" y="13238"/>
                </a:lnTo>
                <a:lnTo>
                  <a:pt x="11626" y="13091"/>
                </a:lnTo>
                <a:lnTo>
                  <a:pt x="11968" y="12945"/>
                </a:lnTo>
                <a:lnTo>
                  <a:pt x="12310" y="12774"/>
                </a:lnTo>
                <a:lnTo>
                  <a:pt x="12652" y="12603"/>
                </a:lnTo>
                <a:lnTo>
                  <a:pt x="12969" y="12407"/>
                </a:lnTo>
                <a:lnTo>
                  <a:pt x="13262" y="12212"/>
                </a:lnTo>
                <a:lnTo>
                  <a:pt x="13555" y="11992"/>
                </a:lnTo>
                <a:lnTo>
                  <a:pt x="13848" y="11748"/>
                </a:lnTo>
                <a:lnTo>
                  <a:pt x="14117" y="11528"/>
                </a:lnTo>
                <a:lnTo>
                  <a:pt x="14361" y="11259"/>
                </a:lnTo>
                <a:lnTo>
                  <a:pt x="14606" y="11015"/>
                </a:lnTo>
                <a:lnTo>
                  <a:pt x="14825" y="10747"/>
                </a:lnTo>
                <a:lnTo>
                  <a:pt x="15045" y="10453"/>
                </a:lnTo>
                <a:lnTo>
                  <a:pt x="15241" y="10160"/>
                </a:lnTo>
                <a:lnTo>
                  <a:pt x="15412" y="9867"/>
                </a:lnTo>
                <a:lnTo>
                  <a:pt x="15582" y="9574"/>
                </a:lnTo>
                <a:lnTo>
                  <a:pt x="15729" y="9257"/>
                </a:lnTo>
                <a:lnTo>
                  <a:pt x="15851" y="8939"/>
                </a:lnTo>
                <a:lnTo>
                  <a:pt x="15973" y="8597"/>
                </a:lnTo>
                <a:lnTo>
                  <a:pt x="16047" y="8280"/>
                </a:lnTo>
                <a:lnTo>
                  <a:pt x="16120" y="7938"/>
                </a:lnTo>
                <a:lnTo>
                  <a:pt x="16169" y="7596"/>
                </a:lnTo>
                <a:lnTo>
                  <a:pt x="16217" y="7230"/>
                </a:lnTo>
                <a:lnTo>
                  <a:pt x="16217" y="6888"/>
                </a:lnTo>
                <a:lnTo>
                  <a:pt x="16217" y="6521"/>
                </a:lnTo>
                <a:lnTo>
                  <a:pt x="16169" y="6179"/>
                </a:lnTo>
                <a:lnTo>
                  <a:pt x="16120" y="5838"/>
                </a:lnTo>
                <a:lnTo>
                  <a:pt x="16047" y="5496"/>
                </a:lnTo>
                <a:lnTo>
                  <a:pt x="15973" y="5154"/>
                </a:lnTo>
                <a:lnTo>
                  <a:pt x="15851" y="4836"/>
                </a:lnTo>
                <a:lnTo>
                  <a:pt x="15729" y="4519"/>
                </a:lnTo>
                <a:lnTo>
                  <a:pt x="15582" y="4201"/>
                </a:lnTo>
                <a:lnTo>
                  <a:pt x="15412" y="3884"/>
                </a:lnTo>
                <a:lnTo>
                  <a:pt x="15241" y="3591"/>
                </a:lnTo>
                <a:lnTo>
                  <a:pt x="15045" y="3298"/>
                </a:lnTo>
                <a:lnTo>
                  <a:pt x="14825" y="3029"/>
                </a:lnTo>
                <a:lnTo>
                  <a:pt x="14606" y="2760"/>
                </a:lnTo>
                <a:lnTo>
                  <a:pt x="14361" y="2492"/>
                </a:lnTo>
                <a:lnTo>
                  <a:pt x="14117" y="2247"/>
                </a:lnTo>
                <a:lnTo>
                  <a:pt x="13848" y="2003"/>
                </a:lnTo>
                <a:lnTo>
                  <a:pt x="13555" y="1783"/>
                </a:lnTo>
                <a:lnTo>
                  <a:pt x="13262" y="1563"/>
                </a:lnTo>
                <a:lnTo>
                  <a:pt x="12969" y="1368"/>
                </a:lnTo>
                <a:lnTo>
                  <a:pt x="12652" y="1173"/>
                </a:lnTo>
                <a:lnTo>
                  <a:pt x="12310" y="977"/>
                </a:lnTo>
                <a:lnTo>
                  <a:pt x="11968" y="831"/>
                </a:lnTo>
                <a:lnTo>
                  <a:pt x="11626" y="660"/>
                </a:lnTo>
                <a:lnTo>
                  <a:pt x="11260" y="538"/>
                </a:lnTo>
                <a:lnTo>
                  <a:pt x="10893" y="416"/>
                </a:lnTo>
                <a:lnTo>
                  <a:pt x="10527" y="293"/>
                </a:lnTo>
                <a:lnTo>
                  <a:pt x="10136" y="196"/>
                </a:lnTo>
                <a:lnTo>
                  <a:pt x="9745" y="123"/>
                </a:lnTo>
                <a:lnTo>
                  <a:pt x="9355" y="74"/>
                </a:lnTo>
                <a:lnTo>
                  <a:pt x="8939" y="25"/>
                </a:lnTo>
                <a:lnTo>
                  <a:pt x="8524" y="0"/>
                </a:lnTo>
                <a:close/>
              </a:path>
            </a:pathLst>
          </a:custGeom>
          <a:solidFill>
            <a:srgbClr val="3292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8"/>
          <p:cNvSpPr txBox="1">
            <a:spLocks noGrp="1"/>
          </p:cNvSpPr>
          <p:nvPr>
            <p:ph type="sldNum" idx="12"/>
          </p:nvPr>
        </p:nvSpPr>
        <p:spPr>
          <a:xfrm>
            <a:off x="13557" y="4785525"/>
            <a:ext cx="548700" cy="3579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21"/>
        <p:cNvGrpSpPr/>
        <p:nvPr/>
      </p:nvGrpSpPr>
      <p:grpSpPr>
        <a:xfrm>
          <a:off x="0" y="0"/>
          <a:ext cx="0" cy="0"/>
          <a:chOff x="0" y="0"/>
          <a:chExt cx="0" cy="0"/>
        </a:xfrm>
      </p:grpSpPr>
      <p:sp>
        <p:nvSpPr>
          <p:cNvPr id="322" name="Google Shape;322;p10"/>
          <p:cNvSpPr/>
          <p:nvPr/>
        </p:nvSpPr>
        <p:spPr>
          <a:xfrm rot="10800000" flipH="1">
            <a:off x="8218352" y="4121459"/>
            <a:ext cx="685200" cy="593400"/>
          </a:xfrm>
          <a:custGeom>
            <a:avLst/>
            <a:gdLst/>
            <a:ahLst/>
            <a:cxnLst/>
            <a:rect l="l" t="t" r="r" b="b"/>
            <a:pathLst>
              <a:path w="120000" h="120000" extrusionOk="0">
                <a:moveTo>
                  <a:pt x="30000" y="0"/>
                </a:moveTo>
                <a:lnTo>
                  <a:pt x="0" y="59994"/>
                </a:lnTo>
                <a:lnTo>
                  <a:pt x="30000" y="120000"/>
                </a:lnTo>
                <a:lnTo>
                  <a:pt x="90000" y="120000"/>
                </a:lnTo>
                <a:lnTo>
                  <a:pt x="120000" y="59994"/>
                </a:lnTo>
                <a:lnTo>
                  <a:pt x="90000" y="0"/>
                </a:lnTo>
                <a:lnTo>
                  <a:pt x="30000" y="0"/>
                </a:lnTo>
                <a:close/>
                <a:moveTo>
                  <a:pt x="38477" y="16950"/>
                </a:moveTo>
                <a:lnTo>
                  <a:pt x="81522" y="16950"/>
                </a:lnTo>
                <a:lnTo>
                  <a:pt x="103033" y="59994"/>
                </a:lnTo>
                <a:lnTo>
                  <a:pt x="81522" y="103038"/>
                </a:lnTo>
                <a:lnTo>
                  <a:pt x="38477" y="103038"/>
                </a:lnTo>
                <a:lnTo>
                  <a:pt x="16955" y="59994"/>
                </a:lnTo>
                <a:lnTo>
                  <a:pt x="38477" y="16950"/>
                </a:lnTo>
                <a:close/>
              </a:path>
            </a:pathLst>
          </a:custGeom>
          <a:gradFill>
            <a:gsLst>
              <a:gs pos="0">
                <a:srgbClr val="3393E2"/>
              </a:gs>
              <a:gs pos="100000">
                <a:srgbClr val="00E2C7"/>
              </a:gs>
            </a:gsLst>
            <a:lin ang="6983783" scaled="0"/>
          </a:gra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23" name="Google Shape;323;p10"/>
          <p:cNvSpPr/>
          <p:nvPr/>
        </p:nvSpPr>
        <p:spPr>
          <a:xfrm rot="5400000">
            <a:off x="388487" y="105212"/>
            <a:ext cx="944100" cy="1090200"/>
          </a:xfrm>
          <a:custGeom>
            <a:avLst/>
            <a:gdLst/>
            <a:ahLst/>
            <a:cxnLst/>
            <a:rect l="l" t="t" r="r" b="b"/>
            <a:pathLst>
              <a:path w="120000" h="120000" extrusionOk="0">
                <a:moveTo>
                  <a:pt x="60000" y="0"/>
                </a:moveTo>
                <a:lnTo>
                  <a:pt x="120000" y="30000"/>
                </a:lnTo>
                <a:lnTo>
                  <a:pt x="120000" y="90000"/>
                </a:lnTo>
                <a:lnTo>
                  <a:pt x="60000" y="120000"/>
                </a:lnTo>
                <a:lnTo>
                  <a:pt x="0" y="90000"/>
                </a:lnTo>
                <a:lnTo>
                  <a:pt x="0" y="30000"/>
                </a:lnTo>
                <a:close/>
              </a:path>
            </a:pathLst>
          </a:custGeom>
          <a:gradFill>
            <a:gsLst>
              <a:gs pos="0">
                <a:srgbClr val="3393E2"/>
              </a:gs>
              <a:gs pos="100000">
                <a:srgbClr val="00E2C7"/>
              </a:gs>
            </a:gsLst>
            <a:path path="circle">
              <a:fillToRect l="100000" b="100000"/>
            </a:path>
            <a:tileRect t="-100000" r="-100000"/>
          </a:gra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24" name="Google Shape;324;p10"/>
          <p:cNvSpPr/>
          <p:nvPr/>
        </p:nvSpPr>
        <p:spPr>
          <a:xfrm rot="10800000" flipH="1">
            <a:off x="-123825" y="847791"/>
            <a:ext cx="674400" cy="584400"/>
          </a:xfrm>
          <a:prstGeom prst="hexagon">
            <a:avLst>
              <a:gd name="adj" fmla="val 28678"/>
              <a:gd name="vf" fmla="val 115470"/>
            </a:avLst>
          </a:prstGeom>
          <a:noFill/>
          <a:ln w="9525" cap="flat" cmpd="sng">
            <a:solidFill>
              <a:srgbClr val="19BBD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10"/>
          <p:cNvSpPr/>
          <p:nvPr/>
        </p:nvSpPr>
        <p:spPr>
          <a:xfrm rot="10800000" flipH="1">
            <a:off x="503116" y="1161450"/>
            <a:ext cx="352800" cy="305400"/>
          </a:xfrm>
          <a:prstGeom prst="hexagon">
            <a:avLst>
              <a:gd name="adj" fmla="val 28678"/>
              <a:gd name="vf" fmla="val 115470"/>
            </a:avLst>
          </a:prstGeom>
          <a:solidFill>
            <a:srgbClr val="1847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10"/>
          <p:cNvSpPr/>
          <p:nvPr/>
        </p:nvSpPr>
        <p:spPr>
          <a:xfrm rot="10800000" flipH="1">
            <a:off x="1208424" y="-131812"/>
            <a:ext cx="674400" cy="584400"/>
          </a:xfrm>
          <a:prstGeom prst="hexagon">
            <a:avLst>
              <a:gd name="adj" fmla="val 28678"/>
              <a:gd name="vf" fmla="val 115470"/>
            </a:avLst>
          </a:prstGeom>
          <a:noFill/>
          <a:ln w="76200" cap="flat" cmpd="sng">
            <a:solidFill>
              <a:srgbClr val="184769"/>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10"/>
          <p:cNvSpPr/>
          <p:nvPr/>
        </p:nvSpPr>
        <p:spPr>
          <a:xfrm rot="10800000" flipH="1">
            <a:off x="247753" y="49693"/>
            <a:ext cx="295200" cy="255600"/>
          </a:xfrm>
          <a:prstGeom prst="hexagon">
            <a:avLst>
              <a:gd name="adj" fmla="val 28678"/>
              <a:gd name="vf" fmla="val 115470"/>
            </a:avLst>
          </a:prstGeom>
          <a:solidFill>
            <a:srgbClr val="00E1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10"/>
          <p:cNvSpPr/>
          <p:nvPr/>
        </p:nvSpPr>
        <p:spPr>
          <a:xfrm rot="10800000" flipH="1">
            <a:off x="8763568" y="4485979"/>
            <a:ext cx="543000" cy="470400"/>
          </a:xfrm>
          <a:prstGeom prst="hexagon">
            <a:avLst>
              <a:gd name="adj" fmla="val 28678"/>
              <a:gd name="vf" fmla="val 115470"/>
            </a:avLst>
          </a:prstGeom>
          <a:noFill/>
          <a:ln w="9525" cap="flat" cmpd="sng">
            <a:solidFill>
              <a:srgbClr val="18476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10"/>
          <p:cNvSpPr/>
          <p:nvPr/>
        </p:nvSpPr>
        <p:spPr>
          <a:xfrm rot="10800000" flipH="1">
            <a:off x="8523810" y="4741100"/>
            <a:ext cx="284100" cy="245700"/>
          </a:xfrm>
          <a:prstGeom prst="hexagon">
            <a:avLst>
              <a:gd name="adj" fmla="val 28678"/>
              <a:gd name="vf" fmla="val 115470"/>
            </a:avLst>
          </a:prstGeom>
          <a:solidFill>
            <a:srgbClr val="3292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10"/>
          <p:cNvSpPr/>
          <p:nvPr/>
        </p:nvSpPr>
        <p:spPr>
          <a:xfrm rot="10800000" flipH="1">
            <a:off x="8322785" y="3628023"/>
            <a:ext cx="543000" cy="470100"/>
          </a:xfrm>
          <a:prstGeom prst="hexagon">
            <a:avLst>
              <a:gd name="adj" fmla="val 28678"/>
              <a:gd name="vf" fmla="val 115470"/>
            </a:avLst>
          </a:prstGeom>
          <a:solidFill>
            <a:srgbClr val="1847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10"/>
          <p:cNvSpPr/>
          <p:nvPr/>
        </p:nvSpPr>
        <p:spPr>
          <a:xfrm rot="10800000" flipH="1">
            <a:off x="8763569" y="4009882"/>
            <a:ext cx="237600" cy="205800"/>
          </a:xfrm>
          <a:prstGeom prst="hexagon">
            <a:avLst>
              <a:gd name="adj" fmla="val 28678"/>
              <a:gd name="vf" fmla="val 115470"/>
            </a:avLst>
          </a:prstGeom>
          <a:noFill/>
          <a:ln w="19050" cap="flat" cmpd="sng">
            <a:solidFill>
              <a:srgbClr val="00E1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10"/>
          <p:cNvSpPr txBox="1">
            <a:spLocks noGrp="1"/>
          </p:cNvSpPr>
          <p:nvPr>
            <p:ph type="sldNum" idx="12"/>
          </p:nvPr>
        </p:nvSpPr>
        <p:spPr>
          <a:xfrm>
            <a:off x="13557" y="4785525"/>
            <a:ext cx="548700" cy="3579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763498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229858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4"/>
            <a:ext cx="7886700" cy="2139553"/>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41384484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46CE7D5-CF57-46EF-B807-FDD0502418D4}" type="datetimeFigureOut">
              <a:rPr lang="en-US" smtClean="0"/>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8164065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46CE7D5-CF57-46EF-B807-FDD0502418D4}" type="datetimeFigureOut">
              <a:rPr lang="en-US" smtClean="0"/>
              <a:t>11/26/2025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9110456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46CE7D5-CF57-46EF-B807-FDD0502418D4}" type="datetimeFigureOut">
              <a:rPr lang="en-US" smtClean="0"/>
              <a:t>11/26/2025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0165244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11/26/2025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4573906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353079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56061353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3862973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74042125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1.xml"/><Relationship Id="rId3" Type="http://schemas.openxmlformats.org/officeDocument/2006/relationships/slideLayout" Target="../slideLayouts/slideLayout6.xml"/><Relationship Id="rId7" Type="http://schemas.openxmlformats.org/officeDocument/2006/relationships/slideLayout" Target="../slideLayouts/slideLayout10.xml"/><Relationship Id="rId12" Type="http://schemas.openxmlformats.org/officeDocument/2006/relationships/theme" Target="../theme/theme2.xml"/><Relationship Id="rId2" Type="http://schemas.openxmlformats.org/officeDocument/2006/relationships/slideLayout" Target="../slideLayouts/slideLayout5.xml"/><Relationship Id="rId1" Type="http://schemas.openxmlformats.org/officeDocument/2006/relationships/slideLayout" Target="../slideLayouts/slideLayout4.xml"/><Relationship Id="rId6" Type="http://schemas.openxmlformats.org/officeDocument/2006/relationships/slideLayout" Target="../slideLayouts/slideLayout9.xml"/><Relationship Id="rId11" Type="http://schemas.openxmlformats.org/officeDocument/2006/relationships/slideLayout" Target="../slideLayouts/slideLayout14.xml"/><Relationship Id="rId5" Type="http://schemas.openxmlformats.org/officeDocument/2006/relationships/slideLayout" Target="../slideLayouts/slideLayout8.xml"/><Relationship Id="rId10" Type="http://schemas.openxmlformats.org/officeDocument/2006/relationships/slideLayout" Target="../slideLayouts/slideLayout13.xml"/><Relationship Id="rId4" Type="http://schemas.openxmlformats.org/officeDocument/2006/relationships/slideLayout" Target="../slideLayouts/slideLayout7.xml"/><Relationship Id="rId9"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
    <p:bg>
      <p:bgPr>
        <a:solidFill>
          <a:srgbClr val="0E293C"/>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1732700" y="1735600"/>
            <a:ext cx="4944300" cy="645300"/>
          </a:xfrm>
          <a:prstGeom prst="rect">
            <a:avLst/>
          </a:prstGeom>
          <a:noFill/>
          <a:ln>
            <a:noFill/>
          </a:ln>
        </p:spPr>
        <p:txBody>
          <a:bodyPr spcFirstLastPara="1" wrap="square" lIns="91425" tIns="91425" rIns="91425" bIns="91425" anchor="b" anchorCtr="0">
            <a:noAutofit/>
          </a:bodyPr>
          <a:lstStyle>
            <a:lvl1pPr lvl="0">
              <a:spcBef>
                <a:spcPts val="0"/>
              </a:spcBef>
              <a:spcAft>
                <a:spcPts val="0"/>
              </a:spcAft>
              <a:buClr>
                <a:srgbClr val="19BBD5"/>
              </a:buClr>
              <a:buSzPts val="4000"/>
              <a:buFont typeface="Nixie One"/>
              <a:buNone/>
              <a:defRPr sz="4000">
                <a:solidFill>
                  <a:srgbClr val="19BBD5"/>
                </a:solidFill>
                <a:latin typeface="Nixie One"/>
                <a:ea typeface="Nixie One"/>
                <a:cs typeface="Nixie One"/>
                <a:sym typeface="Nixie One"/>
              </a:defRPr>
            </a:lvl1pPr>
            <a:lvl2pPr lvl="1">
              <a:spcBef>
                <a:spcPts val="0"/>
              </a:spcBef>
              <a:spcAft>
                <a:spcPts val="0"/>
              </a:spcAft>
              <a:buClr>
                <a:srgbClr val="19BBD5"/>
              </a:buClr>
              <a:buSzPts val="4000"/>
              <a:buFont typeface="Nixie One"/>
              <a:buNone/>
              <a:defRPr sz="4000">
                <a:solidFill>
                  <a:srgbClr val="19BBD5"/>
                </a:solidFill>
                <a:latin typeface="Nixie One"/>
                <a:ea typeface="Nixie One"/>
                <a:cs typeface="Nixie One"/>
                <a:sym typeface="Nixie One"/>
              </a:defRPr>
            </a:lvl2pPr>
            <a:lvl3pPr lvl="2">
              <a:spcBef>
                <a:spcPts val="0"/>
              </a:spcBef>
              <a:spcAft>
                <a:spcPts val="0"/>
              </a:spcAft>
              <a:buClr>
                <a:srgbClr val="19BBD5"/>
              </a:buClr>
              <a:buSzPts val="4000"/>
              <a:buFont typeface="Nixie One"/>
              <a:buNone/>
              <a:defRPr sz="4000">
                <a:solidFill>
                  <a:srgbClr val="19BBD5"/>
                </a:solidFill>
                <a:latin typeface="Nixie One"/>
                <a:ea typeface="Nixie One"/>
                <a:cs typeface="Nixie One"/>
                <a:sym typeface="Nixie One"/>
              </a:defRPr>
            </a:lvl3pPr>
            <a:lvl4pPr lvl="3">
              <a:spcBef>
                <a:spcPts val="0"/>
              </a:spcBef>
              <a:spcAft>
                <a:spcPts val="0"/>
              </a:spcAft>
              <a:buClr>
                <a:srgbClr val="19BBD5"/>
              </a:buClr>
              <a:buSzPts val="4000"/>
              <a:buFont typeface="Nixie One"/>
              <a:buNone/>
              <a:defRPr sz="4000">
                <a:solidFill>
                  <a:srgbClr val="19BBD5"/>
                </a:solidFill>
                <a:latin typeface="Nixie One"/>
                <a:ea typeface="Nixie One"/>
                <a:cs typeface="Nixie One"/>
                <a:sym typeface="Nixie One"/>
              </a:defRPr>
            </a:lvl4pPr>
            <a:lvl5pPr lvl="4">
              <a:spcBef>
                <a:spcPts val="0"/>
              </a:spcBef>
              <a:spcAft>
                <a:spcPts val="0"/>
              </a:spcAft>
              <a:buClr>
                <a:srgbClr val="19BBD5"/>
              </a:buClr>
              <a:buSzPts val="4000"/>
              <a:buFont typeface="Nixie One"/>
              <a:buNone/>
              <a:defRPr sz="4000">
                <a:solidFill>
                  <a:srgbClr val="19BBD5"/>
                </a:solidFill>
                <a:latin typeface="Nixie One"/>
                <a:ea typeface="Nixie One"/>
                <a:cs typeface="Nixie One"/>
                <a:sym typeface="Nixie One"/>
              </a:defRPr>
            </a:lvl5pPr>
            <a:lvl6pPr lvl="5">
              <a:spcBef>
                <a:spcPts val="0"/>
              </a:spcBef>
              <a:spcAft>
                <a:spcPts val="0"/>
              </a:spcAft>
              <a:buClr>
                <a:srgbClr val="19BBD5"/>
              </a:buClr>
              <a:buSzPts val="4000"/>
              <a:buFont typeface="Nixie One"/>
              <a:buNone/>
              <a:defRPr sz="4000">
                <a:solidFill>
                  <a:srgbClr val="19BBD5"/>
                </a:solidFill>
                <a:latin typeface="Nixie One"/>
                <a:ea typeface="Nixie One"/>
                <a:cs typeface="Nixie One"/>
                <a:sym typeface="Nixie One"/>
              </a:defRPr>
            </a:lvl6pPr>
            <a:lvl7pPr lvl="6">
              <a:spcBef>
                <a:spcPts val="0"/>
              </a:spcBef>
              <a:spcAft>
                <a:spcPts val="0"/>
              </a:spcAft>
              <a:buClr>
                <a:srgbClr val="19BBD5"/>
              </a:buClr>
              <a:buSzPts val="4000"/>
              <a:buFont typeface="Nixie One"/>
              <a:buNone/>
              <a:defRPr sz="4000">
                <a:solidFill>
                  <a:srgbClr val="19BBD5"/>
                </a:solidFill>
                <a:latin typeface="Nixie One"/>
                <a:ea typeface="Nixie One"/>
                <a:cs typeface="Nixie One"/>
                <a:sym typeface="Nixie One"/>
              </a:defRPr>
            </a:lvl7pPr>
            <a:lvl8pPr lvl="7">
              <a:spcBef>
                <a:spcPts val="0"/>
              </a:spcBef>
              <a:spcAft>
                <a:spcPts val="0"/>
              </a:spcAft>
              <a:buClr>
                <a:srgbClr val="19BBD5"/>
              </a:buClr>
              <a:buSzPts val="4000"/>
              <a:buFont typeface="Nixie One"/>
              <a:buNone/>
              <a:defRPr sz="4000">
                <a:solidFill>
                  <a:srgbClr val="19BBD5"/>
                </a:solidFill>
                <a:latin typeface="Nixie One"/>
                <a:ea typeface="Nixie One"/>
                <a:cs typeface="Nixie One"/>
                <a:sym typeface="Nixie One"/>
              </a:defRPr>
            </a:lvl8pPr>
            <a:lvl9pPr lvl="8">
              <a:spcBef>
                <a:spcPts val="0"/>
              </a:spcBef>
              <a:spcAft>
                <a:spcPts val="0"/>
              </a:spcAft>
              <a:buClr>
                <a:srgbClr val="19BBD5"/>
              </a:buClr>
              <a:buSzPts val="4000"/>
              <a:buFont typeface="Nixie One"/>
              <a:buNone/>
              <a:defRPr sz="4000">
                <a:solidFill>
                  <a:srgbClr val="19BBD5"/>
                </a:solidFill>
                <a:latin typeface="Nixie One"/>
                <a:ea typeface="Nixie One"/>
                <a:cs typeface="Nixie One"/>
                <a:sym typeface="Nixie One"/>
              </a:defRPr>
            </a:lvl9pPr>
          </a:lstStyle>
          <a:p>
            <a:endParaRPr/>
          </a:p>
        </p:txBody>
      </p:sp>
      <p:sp>
        <p:nvSpPr>
          <p:cNvPr id="7" name="Google Shape;7;p1"/>
          <p:cNvSpPr txBox="1">
            <a:spLocks noGrp="1"/>
          </p:cNvSpPr>
          <p:nvPr>
            <p:ph type="body" idx="1"/>
          </p:nvPr>
        </p:nvSpPr>
        <p:spPr>
          <a:xfrm>
            <a:off x="1732700" y="2255125"/>
            <a:ext cx="4944300" cy="1659900"/>
          </a:xfrm>
          <a:prstGeom prst="rect">
            <a:avLst/>
          </a:prstGeom>
          <a:noFill/>
          <a:ln>
            <a:noFill/>
          </a:ln>
        </p:spPr>
        <p:txBody>
          <a:bodyPr spcFirstLastPara="1" wrap="square" lIns="91425" tIns="91425" rIns="91425" bIns="91425" anchor="t" anchorCtr="0">
            <a:noAutofit/>
          </a:bodyPr>
          <a:lstStyle>
            <a:lvl1pPr marL="457200" lvl="0" indent="-317500">
              <a:spcBef>
                <a:spcPts val="600"/>
              </a:spcBef>
              <a:spcAft>
                <a:spcPts val="0"/>
              </a:spcAft>
              <a:buClr>
                <a:srgbClr val="19BBD5"/>
              </a:buClr>
              <a:buSzPts val="1400"/>
              <a:buFont typeface="Muli"/>
              <a:buChar char="◇"/>
              <a:defRPr>
                <a:solidFill>
                  <a:srgbClr val="C6DAEC"/>
                </a:solidFill>
                <a:latin typeface="Muli"/>
                <a:ea typeface="Muli"/>
                <a:cs typeface="Muli"/>
                <a:sym typeface="Muli"/>
              </a:defRPr>
            </a:lvl1pPr>
            <a:lvl2pPr marL="914400" lvl="1" indent="-317500">
              <a:spcBef>
                <a:spcPts val="0"/>
              </a:spcBef>
              <a:spcAft>
                <a:spcPts val="0"/>
              </a:spcAft>
              <a:buClr>
                <a:srgbClr val="19BBD5"/>
              </a:buClr>
              <a:buSzPts val="1400"/>
              <a:buFont typeface="Muli"/>
              <a:buChar char="￭"/>
              <a:defRPr>
                <a:solidFill>
                  <a:srgbClr val="C6DAEC"/>
                </a:solidFill>
                <a:latin typeface="Muli"/>
                <a:ea typeface="Muli"/>
                <a:cs typeface="Muli"/>
                <a:sym typeface="Muli"/>
              </a:defRPr>
            </a:lvl2pPr>
            <a:lvl3pPr marL="1371600" lvl="2" indent="-317500">
              <a:spcBef>
                <a:spcPts val="0"/>
              </a:spcBef>
              <a:spcAft>
                <a:spcPts val="0"/>
              </a:spcAft>
              <a:buClr>
                <a:srgbClr val="19BBD5"/>
              </a:buClr>
              <a:buSzPts val="1400"/>
              <a:buFont typeface="Muli"/>
              <a:buChar char="￮"/>
              <a:defRPr>
                <a:solidFill>
                  <a:srgbClr val="C6DAEC"/>
                </a:solidFill>
                <a:latin typeface="Muli"/>
                <a:ea typeface="Muli"/>
                <a:cs typeface="Muli"/>
                <a:sym typeface="Muli"/>
              </a:defRPr>
            </a:lvl3pPr>
            <a:lvl4pPr marL="1828800" lvl="3" indent="-317500">
              <a:spcBef>
                <a:spcPts val="0"/>
              </a:spcBef>
              <a:spcAft>
                <a:spcPts val="0"/>
              </a:spcAft>
              <a:buClr>
                <a:srgbClr val="19BBD5"/>
              </a:buClr>
              <a:buSzPts val="1400"/>
              <a:buFont typeface="Muli"/>
              <a:buChar char="●"/>
              <a:defRPr>
                <a:solidFill>
                  <a:srgbClr val="C6DAEC"/>
                </a:solidFill>
                <a:latin typeface="Muli"/>
                <a:ea typeface="Muli"/>
                <a:cs typeface="Muli"/>
                <a:sym typeface="Muli"/>
              </a:defRPr>
            </a:lvl4pPr>
            <a:lvl5pPr marL="2286000" lvl="4" indent="-317500">
              <a:spcBef>
                <a:spcPts val="0"/>
              </a:spcBef>
              <a:spcAft>
                <a:spcPts val="0"/>
              </a:spcAft>
              <a:buClr>
                <a:srgbClr val="19BBD5"/>
              </a:buClr>
              <a:buSzPts val="1400"/>
              <a:buFont typeface="Muli"/>
              <a:buChar char="○"/>
              <a:defRPr>
                <a:solidFill>
                  <a:srgbClr val="C6DAEC"/>
                </a:solidFill>
                <a:latin typeface="Muli"/>
                <a:ea typeface="Muli"/>
                <a:cs typeface="Muli"/>
                <a:sym typeface="Muli"/>
              </a:defRPr>
            </a:lvl5pPr>
            <a:lvl6pPr marL="2743200" lvl="5" indent="-317500">
              <a:spcBef>
                <a:spcPts val="0"/>
              </a:spcBef>
              <a:spcAft>
                <a:spcPts val="0"/>
              </a:spcAft>
              <a:buClr>
                <a:srgbClr val="C6DAEC"/>
              </a:buClr>
              <a:buSzPts val="1400"/>
              <a:buFont typeface="Muli"/>
              <a:buChar char="■"/>
              <a:defRPr>
                <a:solidFill>
                  <a:srgbClr val="C6DAEC"/>
                </a:solidFill>
                <a:latin typeface="Muli"/>
                <a:ea typeface="Muli"/>
                <a:cs typeface="Muli"/>
                <a:sym typeface="Muli"/>
              </a:defRPr>
            </a:lvl6pPr>
            <a:lvl7pPr marL="3200400" lvl="6" indent="-317500">
              <a:spcBef>
                <a:spcPts val="0"/>
              </a:spcBef>
              <a:spcAft>
                <a:spcPts val="0"/>
              </a:spcAft>
              <a:buClr>
                <a:srgbClr val="C6DAEC"/>
              </a:buClr>
              <a:buSzPts val="1400"/>
              <a:buFont typeface="Muli"/>
              <a:buChar char="●"/>
              <a:defRPr>
                <a:solidFill>
                  <a:srgbClr val="C6DAEC"/>
                </a:solidFill>
                <a:latin typeface="Muli"/>
                <a:ea typeface="Muli"/>
                <a:cs typeface="Muli"/>
                <a:sym typeface="Muli"/>
              </a:defRPr>
            </a:lvl7pPr>
            <a:lvl8pPr marL="3657600" lvl="7" indent="-317500">
              <a:spcBef>
                <a:spcPts val="0"/>
              </a:spcBef>
              <a:spcAft>
                <a:spcPts val="0"/>
              </a:spcAft>
              <a:buClr>
                <a:srgbClr val="C6DAEC"/>
              </a:buClr>
              <a:buSzPts val="1400"/>
              <a:buFont typeface="Muli"/>
              <a:buChar char="○"/>
              <a:defRPr>
                <a:solidFill>
                  <a:srgbClr val="C6DAEC"/>
                </a:solidFill>
                <a:latin typeface="Muli"/>
                <a:ea typeface="Muli"/>
                <a:cs typeface="Muli"/>
                <a:sym typeface="Muli"/>
              </a:defRPr>
            </a:lvl8pPr>
            <a:lvl9pPr marL="4114800" lvl="8" indent="-317500">
              <a:spcBef>
                <a:spcPts val="0"/>
              </a:spcBef>
              <a:spcAft>
                <a:spcPts val="0"/>
              </a:spcAft>
              <a:buClr>
                <a:srgbClr val="C6DAEC"/>
              </a:buClr>
              <a:buSzPts val="1400"/>
              <a:buFont typeface="Muli"/>
              <a:buChar char="■"/>
              <a:defRPr>
                <a:solidFill>
                  <a:srgbClr val="C6DAEC"/>
                </a:solidFill>
                <a:latin typeface="Muli"/>
                <a:ea typeface="Muli"/>
                <a:cs typeface="Muli"/>
                <a:sym typeface="Muli"/>
              </a:defRPr>
            </a:lvl9pPr>
          </a:lstStyle>
          <a:p>
            <a:endParaRPr/>
          </a:p>
        </p:txBody>
      </p:sp>
      <p:sp>
        <p:nvSpPr>
          <p:cNvPr id="8" name="Google Shape;8;p1"/>
          <p:cNvSpPr txBox="1">
            <a:spLocks noGrp="1"/>
          </p:cNvSpPr>
          <p:nvPr>
            <p:ph type="sldNum" idx="12"/>
          </p:nvPr>
        </p:nvSpPr>
        <p:spPr>
          <a:xfrm>
            <a:off x="13557" y="4785525"/>
            <a:ext cx="548700" cy="357900"/>
          </a:xfrm>
          <a:prstGeom prst="rect">
            <a:avLst/>
          </a:prstGeom>
          <a:noFill/>
          <a:ln>
            <a:noFill/>
          </a:ln>
        </p:spPr>
        <p:txBody>
          <a:bodyPr spcFirstLastPara="1" wrap="square" lIns="91425" tIns="91425" rIns="91425" bIns="91425" anchor="t" anchorCtr="0">
            <a:noAutofit/>
          </a:bodyPr>
          <a:lstStyle>
            <a:lvl1pPr lvl="0">
              <a:buNone/>
              <a:defRPr sz="1200">
                <a:solidFill>
                  <a:srgbClr val="19BBD5"/>
                </a:solidFill>
                <a:latin typeface="Nixie One"/>
                <a:ea typeface="Nixie One"/>
                <a:cs typeface="Nixie One"/>
                <a:sym typeface="Nixie One"/>
              </a:defRPr>
            </a:lvl1pPr>
            <a:lvl2pPr lvl="1">
              <a:buNone/>
              <a:defRPr sz="1200">
                <a:solidFill>
                  <a:srgbClr val="19BBD5"/>
                </a:solidFill>
                <a:latin typeface="Nixie One"/>
                <a:ea typeface="Nixie One"/>
                <a:cs typeface="Nixie One"/>
                <a:sym typeface="Nixie One"/>
              </a:defRPr>
            </a:lvl2pPr>
            <a:lvl3pPr lvl="2">
              <a:buNone/>
              <a:defRPr sz="1200">
                <a:solidFill>
                  <a:srgbClr val="19BBD5"/>
                </a:solidFill>
                <a:latin typeface="Nixie One"/>
                <a:ea typeface="Nixie One"/>
                <a:cs typeface="Nixie One"/>
                <a:sym typeface="Nixie One"/>
              </a:defRPr>
            </a:lvl3pPr>
            <a:lvl4pPr lvl="3">
              <a:buNone/>
              <a:defRPr sz="1200">
                <a:solidFill>
                  <a:srgbClr val="19BBD5"/>
                </a:solidFill>
                <a:latin typeface="Nixie One"/>
                <a:ea typeface="Nixie One"/>
                <a:cs typeface="Nixie One"/>
                <a:sym typeface="Nixie One"/>
              </a:defRPr>
            </a:lvl4pPr>
            <a:lvl5pPr lvl="4">
              <a:buNone/>
              <a:defRPr sz="1200">
                <a:solidFill>
                  <a:srgbClr val="19BBD5"/>
                </a:solidFill>
                <a:latin typeface="Nixie One"/>
                <a:ea typeface="Nixie One"/>
                <a:cs typeface="Nixie One"/>
                <a:sym typeface="Nixie One"/>
              </a:defRPr>
            </a:lvl5pPr>
            <a:lvl6pPr lvl="5">
              <a:buNone/>
              <a:defRPr sz="1200">
                <a:solidFill>
                  <a:srgbClr val="19BBD5"/>
                </a:solidFill>
                <a:latin typeface="Nixie One"/>
                <a:ea typeface="Nixie One"/>
                <a:cs typeface="Nixie One"/>
                <a:sym typeface="Nixie One"/>
              </a:defRPr>
            </a:lvl6pPr>
            <a:lvl7pPr lvl="6">
              <a:buNone/>
              <a:defRPr sz="1200">
                <a:solidFill>
                  <a:srgbClr val="19BBD5"/>
                </a:solidFill>
                <a:latin typeface="Nixie One"/>
                <a:ea typeface="Nixie One"/>
                <a:cs typeface="Nixie One"/>
                <a:sym typeface="Nixie One"/>
              </a:defRPr>
            </a:lvl7pPr>
            <a:lvl8pPr lvl="7">
              <a:buNone/>
              <a:defRPr sz="1200">
                <a:solidFill>
                  <a:srgbClr val="19BBD5"/>
                </a:solidFill>
                <a:latin typeface="Nixie One"/>
                <a:ea typeface="Nixie One"/>
                <a:cs typeface="Nixie One"/>
                <a:sym typeface="Nixie One"/>
              </a:defRPr>
            </a:lvl8pPr>
            <a:lvl9pPr lvl="8">
              <a:buNone/>
              <a:defRPr sz="1200">
                <a:solidFill>
                  <a:srgbClr val="19BBD5"/>
                </a:solidFill>
                <a:latin typeface="Nixie One"/>
                <a:ea typeface="Nixie One"/>
                <a:cs typeface="Nixie One"/>
                <a:sym typeface="Nixie One"/>
              </a:defRPr>
            </a:lvl9pPr>
          </a:lstStyle>
          <a:p>
            <a:pPr marL="0" lvl="0" indent="0" algn="l"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53" r:id="rId1"/>
    <p:sldLayoutId id="2147483654" r:id="rId2"/>
    <p:sldLayoutId id="2147483656" r:id="rId3"/>
  </p:sldLayoutIdLst>
  <p:transition>
    <p:fade thruBlk="1"/>
  </p:transition>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846CE7D5-CF57-46EF-B807-FDD0502418D4}" type="datetimeFigureOut">
              <a:rPr lang="en-US" smtClean="0"/>
              <a:t>11/26/2025</a:t>
            </a:fld>
            <a:endParaRPr lang="en-US"/>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923313322"/>
      </p:ext>
    </p:extLst>
  </p:cSld>
  <p:clrMap bg1="lt1" tx1="dk1" bg2="lt2" tx2="dk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wired.it/internet/web/2015/10/05/internet-facebook-africa-satellite/" TargetMode="External"/><Relationship Id="rId2" Type="http://schemas.openxmlformats.org/officeDocument/2006/relationships/image" Target="../media/image1.jpeg"/><Relationship Id="rId1" Type="http://schemas.openxmlformats.org/officeDocument/2006/relationships/slideLayout" Target="../slideLayouts/slideLayout4.xml"/><Relationship Id="rId4" Type="http://schemas.openxmlformats.org/officeDocument/2006/relationships/hyperlink" Target="https://creativecommons.org/licenses/by-nc-nd/3.0/"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6" name="Rectangle 55">
            <a:extLst>
              <a:ext uri="{FF2B5EF4-FFF2-40B4-BE49-F238E27FC236}">
                <a16:creationId xmlns:a16="http://schemas.microsoft.com/office/drawing/2014/main" id="{E91DC736-0EF8-4F87-9146-EBF1D2EE4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pPr>
            <a:endParaRPr lang="en-US" sz="1350" kern="1200">
              <a:solidFill>
                <a:prstClr val="white"/>
              </a:solidFill>
              <a:latin typeface="Calibri" panose="020F0502020204030204"/>
            </a:endParaRPr>
          </a:p>
        </p:txBody>
      </p:sp>
      <p:pic>
        <p:nvPicPr>
          <p:cNvPr id="4" name="Picture 4">
            <a:extLst>
              <a:ext uri="{FF2B5EF4-FFF2-40B4-BE49-F238E27FC236}">
                <a16:creationId xmlns:a16="http://schemas.microsoft.com/office/drawing/2014/main" id="{7D4C3097-E69C-3430-2C7E-6A27A71E7520}"/>
              </a:ext>
            </a:extLst>
          </p:cNvPr>
          <p:cNvPicPr>
            <a:picLocks noChangeAspect="1"/>
          </p:cNvPicPr>
          <p:nvPr/>
        </p:nvPicPr>
        <p:blipFill rotWithShape="1">
          <a:blip r:embed="rId2">
            <a:extLst>
              <a:ext uri="{837473B0-CC2E-450A-ABE3-18F120FF3D39}">
                <a1611:picAttrSrcUrl xmlns:a1611="http://schemas.microsoft.com/office/drawing/2016/11/main" r:id="rId3"/>
              </a:ext>
            </a:extLst>
          </a:blip>
          <a:srcRect l="17172" t="6484" r="23725" b="-1"/>
          <a:stretch/>
        </p:blipFill>
        <p:spPr>
          <a:xfrm>
            <a:off x="2642616" y="7"/>
            <a:ext cx="6501384" cy="5143493"/>
          </a:xfrm>
          <a:prstGeom prst="rect">
            <a:avLst/>
          </a:prstGeom>
        </p:spPr>
      </p:pic>
      <p:sp>
        <p:nvSpPr>
          <p:cNvPr id="58" name="Rectangle 57">
            <a:extLst>
              <a:ext uri="{FF2B5EF4-FFF2-40B4-BE49-F238E27FC236}">
                <a16:creationId xmlns:a16="http://schemas.microsoft.com/office/drawing/2014/main" id="{097CD68E-23E3-4007-8847-CD0944C4F7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317451" cy="5143500"/>
          </a:xfrm>
          <a:prstGeom prst="rect">
            <a:avLst/>
          </a:prstGeom>
          <a:gradFill>
            <a:gsLst>
              <a:gs pos="58000">
                <a:schemeClr val="bg1"/>
              </a:gs>
              <a:gs pos="35000">
                <a:schemeClr val="bg1">
                  <a:alpha val="79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pPr>
            <a:endParaRPr lang="en-US" sz="1350" kern="1200" dirty="0">
              <a:solidFill>
                <a:prstClr val="white"/>
              </a:solidFill>
              <a:latin typeface="Calibri" panose="020F0502020204030204"/>
            </a:endParaRPr>
          </a:p>
        </p:txBody>
      </p:sp>
      <p:sp>
        <p:nvSpPr>
          <p:cNvPr id="2" name="Title 1"/>
          <p:cNvSpPr>
            <a:spLocks noGrp="1"/>
          </p:cNvSpPr>
          <p:nvPr>
            <p:ph type="ctrTitle"/>
          </p:nvPr>
        </p:nvSpPr>
        <p:spPr>
          <a:xfrm>
            <a:off x="326482" y="1832433"/>
            <a:ext cx="3017520" cy="1577757"/>
          </a:xfrm>
        </p:spPr>
        <p:txBody>
          <a:bodyPr anchor="b">
            <a:normAutofit fontScale="90000"/>
          </a:bodyPr>
          <a:lstStyle/>
          <a:p>
            <a:r>
              <a:rPr lang="en-US" sz="3600" dirty="0">
                <a:latin typeface="Book Antiqua" panose="02040602050305030304" pitchFamily="18" charset="0"/>
              </a:rPr>
              <a:t>URBAN GROWTH PREDICTION</a:t>
            </a:r>
          </a:p>
        </p:txBody>
      </p:sp>
      <p:sp>
        <p:nvSpPr>
          <p:cNvPr id="3" name="Subtitle 2"/>
          <p:cNvSpPr>
            <a:spLocks noGrp="1"/>
          </p:cNvSpPr>
          <p:nvPr>
            <p:ph type="subTitle" idx="1"/>
          </p:nvPr>
        </p:nvSpPr>
        <p:spPr>
          <a:xfrm>
            <a:off x="370747" y="3660209"/>
            <a:ext cx="3017519" cy="1219555"/>
          </a:xfrm>
        </p:spPr>
        <p:txBody>
          <a:bodyPr>
            <a:normAutofit/>
          </a:bodyPr>
          <a:lstStyle/>
          <a:p>
            <a:r>
              <a:rPr lang="en-IN" sz="1600" dirty="0"/>
              <a:t>Rohan </a:t>
            </a:r>
            <a:r>
              <a:rPr lang="en-IN" sz="1600" dirty="0" err="1"/>
              <a:t>Sonawane</a:t>
            </a:r>
            <a:r>
              <a:rPr lang="en-IN" sz="1600" dirty="0"/>
              <a:t> (MT2024128) Mohit Gupta (MT2024049) </a:t>
            </a:r>
          </a:p>
          <a:p>
            <a:r>
              <a:rPr lang="en-IN" sz="1600" dirty="0" err="1"/>
              <a:t>Jaimin</a:t>
            </a:r>
            <a:r>
              <a:rPr lang="en-IN" sz="1600" dirty="0"/>
              <a:t> </a:t>
            </a:r>
            <a:r>
              <a:rPr lang="en-IN" sz="1600" dirty="0" err="1"/>
              <a:t>Jadvani</a:t>
            </a:r>
            <a:r>
              <a:rPr lang="en-IN" sz="1600" dirty="0"/>
              <a:t> (MT2024064) </a:t>
            </a:r>
          </a:p>
          <a:p>
            <a:r>
              <a:rPr lang="en-IN" sz="1600" dirty="0"/>
              <a:t>Raj Kanani (MT2024074)</a:t>
            </a:r>
            <a:endParaRPr lang="en-US" sz="1500" dirty="0"/>
          </a:p>
        </p:txBody>
      </p:sp>
      <p:sp>
        <p:nvSpPr>
          <p:cNvPr id="60" name="Rectangle 59">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69941" y="260093"/>
            <a:ext cx="109728"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pPr>
            <a:endParaRPr lang="en-US" sz="1350" kern="1200">
              <a:solidFill>
                <a:prstClr val="white"/>
              </a:solidFill>
              <a:latin typeface="Calibri" panose="020F0502020204030204"/>
            </a:endParaRPr>
          </a:p>
        </p:txBody>
      </p:sp>
      <p:sp>
        <p:nvSpPr>
          <p:cNvPr id="62" name="Rectangle 61">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0772" y="3410190"/>
            <a:ext cx="2983230" cy="13716"/>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a:solidFill>
                <a:prstClr val="white"/>
              </a:solidFill>
              <a:latin typeface="Calibri" panose="020F0502020204030204"/>
            </a:endParaRPr>
          </a:p>
        </p:txBody>
      </p:sp>
      <p:sp>
        <p:nvSpPr>
          <p:cNvPr id="5" name="TextBox 4">
            <a:extLst>
              <a:ext uri="{FF2B5EF4-FFF2-40B4-BE49-F238E27FC236}">
                <a16:creationId xmlns:a16="http://schemas.microsoft.com/office/drawing/2014/main" id="{E367A851-99F7-4E51-845A-9563C8CB7C3A}"/>
              </a:ext>
            </a:extLst>
          </p:cNvPr>
          <p:cNvSpPr txBox="1"/>
          <p:nvPr/>
        </p:nvSpPr>
        <p:spPr>
          <a:xfrm>
            <a:off x="7252136" y="4993459"/>
            <a:ext cx="1891865" cy="173124"/>
          </a:xfrm>
          <a:prstGeom prst="rect">
            <a:avLst/>
          </a:prstGeom>
          <a:solidFill>
            <a:srgbClr val="000000"/>
          </a:solidFill>
        </p:spPr>
        <p:txBody>
          <a:bodyPr wrap="none">
            <a:spAutoFit/>
          </a:bodyPr>
          <a:lstStyle/>
          <a:p>
            <a:pPr algn="r" defTabSz="685800">
              <a:spcAft>
                <a:spcPts val="450"/>
              </a:spcAft>
              <a:buClrTx/>
            </a:pPr>
            <a:r>
              <a:rPr lang="en-US" sz="525" kern="1200">
                <a:solidFill>
                  <a:srgbClr val="FFFFFF"/>
                </a:solidFill>
                <a:latin typeface="Calibri" panose="020F0502020204030204"/>
                <a:ea typeface="+mn-ea"/>
                <a:cs typeface="+mn-cs"/>
                <a:hlinkClick r:id="rId3">
                  <a:extLst>
                    <a:ext uri="{A12FA001-AC4F-418D-AE19-62706E023703}">
                      <ahyp:hlinkClr xmlns:ahyp="http://schemas.microsoft.com/office/drawing/2018/hyperlinkcolor" val="tx"/>
                    </a:ext>
                  </a:extLst>
                </a:hlinkClick>
              </a:rPr>
              <a:t>This Photo</a:t>
            </a:r>
            <a:r>
              <a:rPr lang="en-US" sz="525" kern="1200">
                <a:solidFill>
                  <a:srgbClr val="FFFFFF"/>
                </a:solidFill>
                <a:latin typeface="Calibri" panose="020F0502020204030204"/>
                <a:ea typeface="+mn-ea"/>
                <a:cs typeface="+mn-cs"/>
              </a:rPr>
              <a:t> by Unknown author is licensed under </a:t>
            </a:r>
            <a:r>
              <a:rPr lang="en-US" sz="525" kern="1200">
                <a:solidFill>
                  <a:srgbClr val="FFFFFF"/>
                </a:solidFill>
                <a:latin typeface="Calibri" panose="020F0502020204030204"/>
                <a:ea typeface="+mn-ea"/>
                <a:cs typeface="+mn-cs"/>
                <a:hlinkClick r:id="rId4">
                  <a:extLst>
                    <a:ext uri="{A12FA001-AC4F-418D-AE19-62706E023703}">
                      <ahyp:hlinkClr xmlns:ahyp="http://schemas.microsoft.com/office/drawing/2018/hyperlinkcolor" val="tx"/>
                    </a:ext>
                  </a:extLst>
                </a:hlinkClick>
              </a:rPr>
              <a:t>CC BY-NC-ND</a:t>
            </a:r>
            <a:r>
              <a:rPr lang="en-US" sz="525" kern="1200">
                <a:solidFill>
                  <a:srgbClr val="FFFFFF"/>
                </a:solidFill>
                <a:latin typeface="Calibri" panose="020F0502020204030204"/>
                <a:ea typeface="+mn-ea"/>
                <a:cs typeface="+mn-cs"/>
              </a:rPr>
              <a:t>.</a:t>
            </a:r>
          </a:p>
        </p:txBody>
      </p:sp>
    </p:spTree>
    <p:extLst>
      <p:ext uri="{BB962C8B-B14F-4D97-AF65-F5344CB8AC3E}">
        <p14:creationId xmlns:p14="http://schemas.microsoft.com/office/powerpoint/2010/main" val="109857222"/>
      </p:ext>
    </p:extLst>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41"/>
        <p:cNvGrpSpPr/>
        <p:nvPr/>
      </p:nvGrpSpPr>
      <p:grpSpPr>
        <a:xfrm>
          <a:off x="0" y="0"/>
          <a:ext cx="0" cy="0"/>
          <a:chOff x="0" y="0"/>
          <a:chExt cx="0" cy="0"/>
        </a:xfrm>
      </p:grpSpPr>
      <p:sp>
        <p:nvSpPr>
          <p:cNvPr id="5" name="Oval 4">
            <a:extLst>
              <a:ext uri="{FF2B5EF4-FFF2-40B4-BE49-F238E27FC236}">
                <a16:creationId xmlns:a16="http://schemas.microsoft.com/office/drawing/2014/main" id="{B6488A5C-F406-5B35-48DB-D580863CE661}"/>
              </a:ext>
            </a:extLst>
          </p:cNvPr>
          <p:cNvSpPr/>
          <p:nvPr/>
        </p:nvSpPr>
        <p:spPr>
          <a:xfrm>
            <a:off x="607274" y="3137696"/>
            <a:ext cx="3846064" cy="130866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42" name="Google Shape;342;p12"/>
          <p:cNvSpPr txBox="1">
            <a:spLocks noGrp="1"/>
          </p:cNvSpPr>
          <p:nvPr>
            <p:ph type="title"/>
          </p:nvPr>
        </p:nvSpPr>
        <p:spPr>
          <a:xfrm>
            <a:off x="1810814" y="813340"/>
            <a:ext cx="7090213" cy="645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Literature Review : Conclusions</a:t>
            </a:r>
            <a:endParaRPr dirty="0"/>
          </a:p>
        </p:txBody>
      </p:sp>
      <p:sp>
        <p:nvSpPr>
          <p:cNvPr id="343" name="Google Shape;343;p12"/>
          <p:cNvSpPr txBox="1"/>
          <p:nvPr/>
        </p:nvSpPr>
        <p:spPr>
          <a:xfrm>
            <a:off x="931314" y="3137697"/>
            <a:ext cx="3052211" cy="914913"/>
          </a:xfrm>
          <a:prstGeom prst="rect">
            <a:avLst/>
          </a:prstGeom>
          <a:noFill/>
          <a:ln>
            <a:noFill/>
          </a:ln>
        </p:spPr>
        <p:txBody>
          <a:bodyPr spcFirstLastPara="1" wrap="square" lIns="91425" tIns="91425" rIns="91425" bIns="91425" anchor="t" anchorCtr="0">
            <a:noAutofit/>
          </a:bodyPr>
          <a:lstStyle/>
          <a:p>
            <a:pPr marL="0" lvl="0" indent="0" algn="ctr" rtl="0">
              <a:spcBef>
                <a:spcPts val="600"/>
              </a:spcBef>
              <a:spcAft>
                <a:spcPts val="0"/>
              </a:spcAft>
              <a:buNone/>
            </a:pPr>
            <a:r>
              <a:rPr lang="en-IN" b="1" dirty="0">
                <a:solidFill>
                  <a:srgbClr val="00E1C6"/>
                </a:solidFill>
                <a:latin typeface="Muli"/>
                <a:ea typeface="Muli"/>
                <a:cs typeface="Muli"/>
                <a:sym typeface="Muli"/>
              </a:rPr>
              <a:t>CELLULAR AUTOMATA</a:t>
            </a:r>
            <a:endParaRPr dirty="0">
              <a:solidFill>
                <a:srgbClr val="00E1C6"/>
              </a:solidFill>
              <a:latin typeface="Muli"/>
              <a:ea typeface="Muli"/>
              <a:cs typeface="Muli"/>
              <a:sym typeface="Muli"/>
            </a:endParaRPr>
          </a:p>
          <a:p>
            <a:pPr marL="0" lvl="0" indent="0" algn="ctr" rtl="0">
              <a:spcBef>
                <a:spcPts val="600"/>
              </a:spcBef>
              <a:spcAft>
                <a:spcPts val="0"/>
              </a:spcAft>
              <a:buClr>
                <a:schemeClr val="dk1"/>
              </a:buClr>
              <a:buSzPts val="1100"/>
              <a:buFont typeface="Arial"/>
              <a:buNone/>
            </a:pPr>
            <a:r>
              <a:rPr lang="en-GB" dirty="0">
                <a:solidFill>
                  <a:srgbClr val="C6DAEC"/>
                </a:solidFill>
                <a:latin typeface="Muli"/>
                <a:ea typeface="Muli"/>
                <a:cs typeface="Muli"/>
                <a:sym typeface="Muli"/>
              </a:rPr>
              <a:t>The CA model is used to predict spatial patterns of land-use changes by setting required thresholds. </a:t>
            </a:r>
          </a:p>
        </p:txBody>
      </p:sp>
      <p:sp>
        <p:nvSpPr>
          <p:cNvPr id="344" name="Google Shape;344;p12"/>
          <p:cNvSpPr txBox="1"/>
          <p:nvPr/>
        </p:nvSpPr>
        <p:spPr>
          <a:xfrm>
            <a:off x="5048794" y="3137697"/>
            <a:ext cx="3330900" cy="1141948"/>
          </a:xfrm>
          <a:prstGeom prst="rect">
            <a:avLst/>
          </a:prstGeom>
          <a:noFill/>
          <a:ln>
            <a:noFill/>
          </a:ln>
        </p:spPr>
        <p:txBody>
          <a:bodyPr spcFirstLastPara="1" wrap="square" lIns="91425" tIns="91425" rIns="91425" bIns="91425" anchor="t" anchorCtr="0">
            <a:noAutofit/>
          </a:bodyPr>
          <a:lstStyle/>
          <a:p>
            <a:pPr marL="0" lvl="0" indent="0" algn="ctr" rtl="0">
              <a:spcBef>
                <a:spcPts val="600"/>
              </a:spcBef>
              <a:spcAft>
                <a:spcPts val="0"/>
              </a:spcAft>
              <a:buNone/>
            </a:pPr>
            <a:r>
              <a:rPr lang="en-IN" b="1" dirty="0">
                <a:solidFill>
                  <a:srgbClr val="00E1C6"/>
                </a:solidFill>
                <a:latin typeface="Muli"/>
                <a:ea typeface="Muli"/>
                <a:cs typeface="Muli"/>
                <a:sym typeface="Muli"/>
              </a:rPr>
              <a:t>ANN USING MOLUSCE</a:t>
            </a:r>
            <a:endParaRPr dirty="0">
              <a:solidFill>
                <a:srgbClr val="00E1C6"/>
              </a:solidFill>
              <a:latin typeface="Muli"/>
              <a:ea typeface="Muli"/>
              <a:cs typeface="Muli"/>
              <a:sym typeface="Muli"/>
            </a:endParaRPr>
          </a:p>
          <a:p>
            <a:pPr marL="0" lvl="0" indent="0" algn="ctr" rtl="0">
              <a:spcBef>
                <a:spcPts val="600"/>
              </a:spcBef>
              <a:spcAft>
                <a:spcPts val="0"/>
              </a:spcAft>
              <a:buNone/>
            </a:pPr>
            <a:r>
              <a:rPr lang="en-GB" sz="1100" dirty="0">
                <a:solidFill>
                  <a:srgbClr val="C6DAEC"/>
                </a:solidFill>
                <a:latin typeface="Muli"/>
                <a:ea typeface="Muli"/>
                <a:cs typeface="Muli"/>
                <a:sym typeface="Muli"/>
              </a:rPr>
              <a:t>The MOLUSCE plugin is an open-source plugin for QGIS 2.0 and above, and is used to simulate land use/cover changes by incorporating Artificial Neural Networks (ANN) algorithm.</a:t>
            </a:r>
            <a:endParaRPr sz="1100" dirty="0">
              <a:solidFill>
                <a:srgbClr val="C6DAEC"/>
              </a:solidFill>
              <a:latin typeface="Muli"/>
              <a:ea typeface="Muli"/>
              <a:cs typeface="Muli"/>
              <a:sym typeface="Muli"/>
            </a:endParaRPr>
          </a:p>
        </p:txBody>
      </p:sp>
      <p:sp>
        <p:nvSpPr>
          <p:cNvPr id="4" name="Google Shape;407;p19">
            <a:extLst>
              <a:ext uri="{FF2B5EF4-FFF2-40B4-BE49-F238E27FC236}">
                <a16:creationId xmlns:a16="http://schemas.microsoft.com/office/drawing/2014/main" id="{4C0D1348-336F-A164-CA4A-60BD9289F2FC}"/>
              </a:ext>
            </a:extLst>
          </p:cNvPr>
          <p:cNvSpPr txBox="1">
            <a:spLocks noGrp="1"/>
          </p:cNvSpPr>
          <p:nvPr>
            <p:ph type="body" idx="1"/>
          </p:nvPr>
        </p:nvSpPr>
        <p:spPr>
          <a:xfrm>
            <a:off x="1806724" y="1785260"/>
            <a:ext cx="7155791" cy="1069622"/>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GB" b="1" dirty="0"/>
              <a:t>From the papers that we have gone through, we can concluded that CA model and </a:t>
            </a:r>
            <a:r>
              <a:rPr lang="en-GB" b="1" dirty="0" err="1"/>
              <a:t>Molusce</a:t>
            </a:r>
            <a:r>
              <a:rPr lang="en-GB" b="1" dirty="0"/>
              <a:t> Plugin which implements ANN best suits our requirements.</a:t>
            </a:r>
          </a:p>
        </p:txBody>
      </p:sp>
      <p:sp>
        <p:nvSpPr>
          <p:cNvPr id="6" name="Oval 5">
            <a:extLst>
              <a:ext uri="{FF2B5EF4-FFF2-40B4-BE49-F238E27FC236}">
                <a16:creationId xmlns:a16="http://schemas.microsoft.com/office/drawing/2014/main" id="{716427DF-3EDD-8222-1F96-55102FBA77BE}"/>
              </a:ext>
            </a:extLst>
          </p:cNvPr>
          <p:cNvSpPr/>
          <p:nvPr/>
        </p:nvSpPr>
        <p:spPr>
          <a:xfrm>
            <a:off x="4843064" y="3137695"/>
            <a:ext cx="3846064" cy="130866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41"/>
        <p:cNvGrpSpPr/>
        <p:nvPr/>
      </p:nvGrpSpPr>
      <p:grpSpPr>
        <a:xfrm>
          <a:off x="0" y="0"/>
          <a:ext cx="0" cy="0"/>
          <a:chOff x="0" y="0"/>
          <a:chExt cx="0" cy="0"/>
        </a:xfrm>
      </p:grpSpPr>
      <p:sp>
        <p:nvSpPr>
          <p:cNvPr id="342" name="Google Shape;342;p12"/>
          <p:cNvSpPr txBox="1">
            <a:spLocks noGrp="1"/>
          </p:cNvSpPr>
          <p:nvPr>
            <p:ph type="title"/>
          </p:nvPr>
        </p:nvSpPr>
        <p:spPr>
          <a:xfrm>
            <a:off x="1872302" y="857146"/>
            <a:ext cx="7090213" cy="645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Problem Statement</a:t>
            </a:r>
            <a:endParaRPr dirty="0"/>
          </a:p>
        </p:txBody>
      </p:sp>
      <p:sp>
        <p:nvSpPr>
          <p:cNvPr id="4" name="Google Shape;407;p19">
            <a:extLst>
              <a:ext uri="{FF2B5EF4-FFF2-40B4-BE49-F238E27FC236}">
                <a16:creationId xmlns:a16="http://schemas.microsoft.com/office/drawing/2014/main" id="{4C0D1348-336F-A164-CA4A-60BD9289F2FC}"/>
              </a:ext>
            </a:extLst>
          </p:cNvPr>
          <p:cNvSpPr txBox="1">
            <a:spLocks noGrp="1"/>
          </p:cNvSpPr>
          <p:nvPr>
            <p:ph type="body" idx="1"/>
          </p:nvPr>
        </p:nvSpPr>
        <p:spPr>
          <a:xfrm>
            <a:off x="1681648" y="1820161"/>
            <a:ext cx="6666615" cy="2996143"/>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GB" sz="1800" b="1" dirty="0"/>
              <a:t>Bangalore is one of the most dense cities in India and the IT capital of our country. This leads to the inflow of skilled and unskilled labour from around the country, leading to a high demand in housing projects and a rapid urban development in the outskirts of the city. Recent rainfall has shown that some areas in the city are prone to floods because of poor urban planning and development on land previously occupied by lakes and water bodies.</a:t>
            </a:r>
          </a:p>
        </p:txBody>
      </p:sp>
    </p:spTree>
    <p:extLst>
      <p:ext uri="{BB962C8B-B14F-4D97-AF65-F5344CB8AC3E}">
        <p14:creationId xmlns:p14="http://schemas.microsoft.com/office/powerpoint/2010/main" val="42787940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41"/>
        <p:cNvGrpSpPr/>
        <p:nvPr/>
      </p:nvGrpSpPr>
      <p:grpSpPr>
        <a:xfrm>
          <a:off x="0" y="0"/>
          <a:ext cx="0" cy="0"/>
          <a:chOff x="0" y="0"/>
          <a:chExt cx="0" cy="0"/>
        </a:xfrm>
      </p:grpSpPr>
      <p:sp>
        <p:nvSpPr>
          <p:cNvPr id="342" name="Google Shape;342;p12"/>
          <p:cNvSpPr txBox="1">
            <a:spLocks noGrp="1"/>
          </p:cNvSpPr>
          <p:nvPr>
            <p:ph type="title"/>
          </p:nvPr>
        </p:nvSpPr>
        <p:spPr>
          <a:xfrm>
            <a:off x="1872302" y="857146"/>
            <a:ext cx="7090213" cy="645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Objective</a:t>
            </a:r>
            <a:endParaRPr dirty="0"/>
          </a:p>
        </p:txBody>
      </p:sp>
      <p:sp>
        <p:nvSpPr>
          <p:cNvPr id="4" name="Google Shape;407;p19">
            <a:extLst>
              <a:ext uri="{FF2B5EF4-FFF2-40B4-BE49-F238E27FC236}">
                <a16:creationId xmlns:a16="http://schemas.microsoft.com/office/drawing/2014/main" id="{4C0D1348-336F-A164-CA4A-60BD9289F2FC}"/>
              </a:ext>
            </a:extLst>
          </p:cNvPr>
          <p:cNvSpPr txBox="1">
            <a:spLocks noGrp="1"/>
          </p:cNvSpPr>
          <p:nvPr>
            <p:ph type="body" idx="1"/>
          </p:nvPr>
        </p:nvSpPr>
        <p:spPr>
          <a:xfrm>
            <a:off x="2148752" y="2301792"/>
            <a:ext cx="5780702" cy="1069622"/>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GB" sz="1800" b="1" dirty="0"/>
              <a:t>This project aims to predict the urban growth of Bangalore City using the </a:t>
            </a:r>
            <a:r>
              <a:rPr lang="en-GB" sz="1800" b="1" dirty="0" err="1"/>
              <a:t>Molusce</a:t>
            </a:r>
            <a:r>
              <a:rPr lang="en-GB" sz="1800" b="1" dirty="0"/>
              <a:t> Model of QGIS and CA model to help authorities plan better. </a:t>
            </a:r>
          </a:p>
        </p:txBody>
      </p:sp>
    </p:spTree>
    <p:extLst>
      <p:ext uri="{BB962C8B-B14F-4D97-AF65-F5344CB8AC3E}">
        <p14:creationId xmlns:p14="http://schemas.microsoft.com/office/powerpoint/2010/main" val="13528310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41"/>
        <p:cNvGrpSpPr/>
        <p:nvPr/>
      </p:nvGrpSpPr>
      <p:grpSpPr>
        <a:xfrm>
          <a:off x="0" y="0"/>
          <a:ext cx="0" cy="0"/>
          <a:chOff x="0" y="0"/>
          <a:chExt cx="0" cy="0"/>
        </a:xfrm>
      </p:grpSpPr>
      <p:sp>
        <p:nvSpPr>
          <p:cNvPr id="342" name="Google Shape;342;p12"/>
          <p:cNvSpPr txBox="1">
            <a:spLocks noGrp="1"/>
          </p:cNvSpPr>
          <p:nvPr>
            <p:ph type="title"/>
          </p:nvPr>
        </p:nvSpPr>
        <p:spPr>
          <a:xfrm>
            <a:off x="1823441" y="1066551"/>
            <a:ext cx="2825341" cy="645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The Dataset</a:t>
            </a:r>
            <a:endParaRPr dirty="0"/>
          </a:p>
        </p:txBody>
      </p:sp>
      <p:sp>
        <p:nvSpPr>
          <p:cNvPr id="4" name="Google Shape;407;p19">
            <a:extLst>
              <a:ext uri="{FF2B5EF4-FFF2-40B4-BE49-F238E27FC236}">
                <a16:creationId xmlns:a16="http://schemas.microsoft.com/office/drawing/2014/main" id="{4C0D1348-336F-A164-CA4A-60BD9289F2FC}"/>
              </a:ext>
            </a:extLst>
          </p:cNvPr>
          <p:cNvSpPr txBox="1">
            <a:spLocks noGrp="1"/>
          </p:cNvSpPr>
          <p:nvPr>
            <p:ph type="body" idx="1"/>
          </p:nvPr>
        </p:nvSpPr>
        <p:spPr>
          <a:xfrm>
            <a:off x="2658303" y="2120308"/>
            <a:ext cx="4342792" cy="2095704"/>
          </a:xfrm>
          <a:prstGeom prst="rect">
            <a:avLst/>
          </a:prstGeom>
        </p:spPr>
        <p:txBody>
          <a:bodyPr spcFirstLastPara="1" wrap="square" lIns="91425" tIns="91425" rIns="91425" bIns="91425" anchor="t" anchorCtr="0">
            <a:noAutofit/>
          </a:bodyPr>
          <a:lstStyle/>
          <a:p>
            <a:pPr marL="285750" indent="-285750"/>
            <a:r>
              <a:rPr lang="en-GB" sz="1800" b="1" dirty="0"/>
              <a:t>LULC DATA from Landsat (2017 to 2022)</a:t>
            </a:r>
          </a:p>
          <a:p>
            <a:pPr marL="285750" indent="-285750"/>
            <a:r>
              <a:rPr lang="en-GB" sz="1800" b="1" dirty="0"/>
              <a:t>Population Density (2017 to 2021)</a:t>
            </a:r>
          </a:p>
          <a:p>
            <a:pPr marL="285750" indent="-285750"/>
            <a:r>
              <a:rPr lang="en-GB" sz="1800" b="1" dirty="0"/>
              <a:t>Digital Elevation Model (DEM)</a:t>
            </a:r>
          </a:p>
          <a:p>
            <a:pPr marL="285750" indent="-285750"/>
            <a:r>
              <a:rPr lang="en-GB" sz="1800" b="1" dirty="0"/>
              <a:t>Slope</a:t>
            </a:r>
          </a:p>
          <a:p>
            <a:pPr marL="285750" indent="-285750"/>
            <a:r>
              <a:rPr lang="en-GB" sz="1800" b="1" dirty="0"/>
              <a:t>Proximity with roads (Road Network)</a:t>
            </a:r>
          </a:p>
        </p:txBody>
      </p:sp>
    </p:spTree>
    <p:extLst>
      <p:ext uri="{BB962C8B-B14F-4D97-AF65-F5344CB8AC3E}">
        <p14:creationId xmlns:p14="http://schemas.microsoft.com/office/powerpoint/2010/main" val="3118074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28"/>
        <p:cNvGrpSpPr/>
        <p:nvPr/>
      </p:nvGrpSpPr>
      <p:grpSpPr>
        <a:xfrm>
          <a:off x="0" y="0"/>
          <a:ext cx="0" cy="0"/>
          <a:chOff x="0" y="0"/>
          <a:chExt cx="0" cy="0"/>
        </a:xfrm>
      </p:grpSpPr>
      <p:sp>
        <p:nvSpPr>
          <p:cNvPr id="430" name="Google Shape;430;p22"/>
          <p:cNvSpPr txBox="1">
            <a:spLocks noGrp="1"/>
          </p:cNvSpPr>
          <p:nvPr>
            <p:ph type="title" idx="4294967295"/>
          </p:nvPr>
        </p:nvSpPr>
        <p:spPr>
          <a:xfrm>
            <a:off x="1544236" y="783391"/>
            <a:ext cx="4944300" cy="645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Models</a:t>
            </a:r>
            <a:endParaRPr dirty="0"/>
          </a:p>
        </p:txBody>
      </p:sp>
      <p:sp>
        <p:nvSpPr>
          <p:cNvPr id="15" name="TextBox 14">
            <a:extLst>
              <a:ext uri="{FF2B5EF4-FFF2-40B4-BE49-F238E27FC236}">
                <a16:creationId xmlns:a16="http://schemas.microsoft.com/office/drawing/2014/main" id="{64E4A878-772C-494D-2AF6-9C65B5992752}"/>
              </a:ext>
            </a:extLst>
          </p:cNvPr>
          <p:cNvSpPr txBox="1"/>
          <p:nvPr/>
        </p:nvSpPr>
        <p:spPr>
          <a:xfrm>
            <a:off x="2854883" y="2046939"/>
            <a:ext cx="4718582" cy="1231106"/>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600"/>
              </a:spcBef>
              <a:spcAft>
                <a:spcPts val="0"/>
              </a:spcAft>
              <a:buClr>
                <a:srgbClr val="19BBD5"/>
              </a:buClr>
              <a:buSzPts val="1400"/>
              <a:buFont typeface="Muli"/>
              <a:buChar char="◇"/>
              <a:tabLst/>
              <a:defRPr/>
            </a:pPr>
            <a:r>
              <a:rPr lang="en-GB" sz="2400" b="1" dirty="0">
                <a:solidFill>
                  <a:srgbClr val="C6DAEC"/>
                </a:solidFill>
                <a:latin typeface="Muli"/>
                <a:sym typeface="Muli"/>
              </a:rPr>
              <a:t>Cellular Automata</a:t>
            </a:r>
          </a:p>
          <a:p>
            <a:pPr marL="285750" marR="0" lvl="0" indent="-285750" algn="l" defTabSz="914400" rtl="0" eaLnBrk="1" fontAlgn="auto" latinLnBrk="0" hangingPunct="1">
              <a:lnSpc>
                <a:spcPct val="100000"/>
              </a:lnSpc>
              <a:spcBef>
                <a:spcPts val="600"/>
              </a:spcBef>
              <a:spcAft>
                <a:spcPts val="0"/>
              </a:spcAft>
              <a:buClr>
                <a:srgbClr val="19BBD5"/>
              </a:buClr>
              <a:buSzPts val="1400"/>
              <a:buFont typeface="Muli"/>
              <a:buChar char="◇"/>
              <a:tabLst/>
              <a:defRPr/>
            </a:pPr>
            <a:endParaRPr kumimoji="0" lang="en-GB" b="1" i="0" u="none" strike="noStrike" kern="0" cap="none" spc="0" normalizeH="0" baseline="0" noProof="0" dirty="0">
              <a:ln>
                <a:noFill/>
              </a:ln>
              <a:solidFill>
                <a:srgbClr val="C6DAEC"/>
              </a:solidFill>
              <a:effectLst/>
              <a:uLnTx/>
              <a:uFillTx/>
              <a:latin typeface="Muli"/>
              <a:sym typeface="Muli"/>
            </a:endParaRPr>
          </a:p>
          <a:p>
            <a:pPr marL="285750" marR="0" lvl="0" indent="-285750" algn="l" defTabSz="914400" rtl="0" eaLnBrk="1" fontAlgn="auto" latinLnBrk="0" hangingPunct="1">
              <a:lnSpc>
                <a:spcPct val="100000"/>
              </a:lnSpc>
              <a:spcBef>
                <a:spcPts val="600"/>
              </a:spcBef>
              <a:spcAft>
                <a:spcPts val="0"/>
              </a:spcAft>
              <a:buClr>
                <a:srgbClr val="19BBD5"/>
              </a:buClr>
              <a:buSzPts val="1400"/>
              <a:buFont typeface="Muli"/>
              <a:buChar char="◇"/>
              <a:tabLst/>
              <a:defRPr/>
            </a:pPr>
            <a:r>
              <a:rPr kumimoji="0" lang="en-GB" sz="2400" b="1" i="0" u="none" strike="noStrike" kern="0" cap="none" spc="0" normalizeH="0" baseline="0" noProof="0" dirty="0">
                <a:ln>
                  <a:noFill/>
                </a:ln>
                <a:solidFill>
                  <a:srgbClr val="C6DAEC"/>
                </a:solidFill>
                <a:effectLst/>
                <a:uLnTx/>
                <a:uFillTx/>
                <a:latin typeface="Muli"/>
                <a:sym typeface="Muli"/>
              </a:rPr>
              <a:t>ANN using </a:t>
            </a:r>
            <a:r>
              <a:rPr kumimoji="0" lang="en-GB" sz="2400" b="1" i="0" u="none" strike="noStrike" kern="0" cap="none" spc="0" normalizeH="0" baseline="0" noProof="0" dirty="0" err="1">
                <a:ln>
                  <a:noFill/>
                </a:ln>
                <a:solidFill>
                  <a:srgbClr val="C6DAEC"/>
                </a:solidFill>
                <a:effectLst/>
                <a:uLnTx/>
                <a:uFillTx/>
                <a:latin typeface="Muli"/>
                <a:sym typeface="Muli"/>
              </a:rPr>
              <a:t>Molusce</a:t>
            </a:r>
            <a:r>
              <a:rPr kumimoji="0" lang="en-GB" sz="2400" b="1" i="0" u="none" strike="noStrike" kern="0" cap="none" spc="0" normalizeH="0" baseline="0" noProof="0" dirty="0">
                <a:ln>
                  <a:noFill/>
                </a:ln>
                <a:solidFill>
                  <a:srgbClr val="C6DAEC"/>
                </a:solidFill>
                <a:effectLst/>
                <a:uLnTx/>
                <a:uFillTx/>
                <a:latin typeface="Muli"/>
                <a:sym typeface="Muli"/>
              </a:rPr>
              <a:t> Plugin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23"/>
          <p:cNvSpPr txBox="1">
            <a:spLocks noGrp="1"/>
          </p:cNvSpPr>
          <p:nvPr>
            <p:ph type="title"/>
          </p:nvPr>
        </p:nvSpPr>
        <p:spPr>
          <a:xfrm>
            <a:off x="1732699" y="674617"/>
            <a:ext cx="5128792" cy="645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600" dirty="0"/>
              <a:t>CA </a:t>
            </a:r>
            <a:r>
              <a:rPr lang="en-GB" sz="3600" dirty="0"/>
              <a:t>Prediction Accuracy with 1-year gap</a:t>
            </a:r>
            <a:endParaRPr sz="3600" dirty="0"/>
          </a:p>
        </p:txBody>
      </p:sp>
      <p:graphicFrame>
        <p:nvGraphicFramePr>
          <p:cNvPr id="439" name="Google Shape;439;p23"/>
          <p:cNvGraphicFramePr/>
          <p:nvPr/>
        </p:nvGraphicFramePr>
        <p:xfrm>
          <a:off x="1732699" y="2166449"/>
          <a:ext cx="5305400" cy="2539760"/>
        </p:xfrm>
        <a:graphic>
          <a:graphicData uri="http://schemas.openxmlformats.org/drawingml/2006/table">
            <a:tbl>
              <a:tblPr>
                <a:tableStyleId>{ED083AE6-46FA-4A59-8FB0-9F97EB10719F}</a:tableStyleId>
              </a:tblPr>
              <a:tblGrid>
                <a:gridCol w="1326350">
                  <a:extLst>
                    <a:ext uri="{9D8B030D-6E8A-4147-A177-3AD203B41FA5}">
                      <a16:colId xmlns:a16="http://schemas.microsoft.com/office/drawing/2014/main" val="20000"/>
                    </a:ext>
                  </a:extLst>
                </a:gridCol>
                <a:gridCol w="1326350">
                  <a:extLst>
                    <a:ext uri="{9D8B030D-6E8A-4147-A177-3AD203B41FA5}">
                      <a16:colId xmlns:a16="http://schemas.microsoft.com/office/drawing/2014/main" val="20001"/>
                    </a:ext>
                  </a:extLst>
                </a:gridCol>
                <a:gridCol w="1326350">
                  <a:extLst>
                    <a:ext uri="{9D8B030D-6E8A-4147-A177-3AD203B41FA5}">
                      <a16:colId xmlns:a16="http://schemas.microsoft.com/office/drawing/2014/main" val="20002"/>
                    </a:ext>
                  </a:extLst>
                </a:gridCol>
                <a:gridCol w="1326350">
                  <a:extLst>
                    <a:ext uri="{9D8B030D-6E8A-4147-A177-3AD203B41FA5}">
                      <a16:colId xmlns:a16="http://schemas.microsoft.com/office/drawing/2014/main" val="20003"/>
                    </a:ext>
                  </a:extLst>
                </a:gridCol>
              </a:tblGrid>
              <a:tr h="454600">
                <a:tc>
                  <a:txBody>
                    <a:bodyPr/>
                    <a:lstStyle/>
                    <a:p>
                      <a:pPr algn="ctr" rtl="0" fontAlgn="t">
                        <a:spcBef>
                          <a:spcPts val="0"/>
                        </a:spcBef>
                        <a:spcAft>
                          <a:spcPts val="0"/>
                        </a:spcAft>
                      </a:pPr>
                      <a:r>
                        <a:rPr lang="en-IN" sz="1300" b="1" u="none" strike="noStrike" dirty="0">
                          <a:solidFill>
                            <a:schemeClr val="tx1"/>
                          </a:solidFill>
                          <a:effectLst/>
                        </a:rPr>
                        <a:t>LULC</a:t>
                      </a:r>
                      <a:endParaRPr lang="en-IN" dirty="0">
                        <a:solidFill>
                          <a:schemeClr val="tx1"/>
                        </a:solidFill>
                        <a:effectLst/>
                        <a:latin typeface="Muli"/>
                      </a:endParaRPr>
                    </a:p>
                  </a:txBody>
                  <a:tcPr marL="63500" marR="63500" marT="63500" marB="63500"/>
                </a:tc>
                <a:tc>
                  <a:txBody>
                    <a:bodyPr/>
                    <a:lstStyle/>
                    <a:p>
                      <a:pPr algn="ctr" rtl="0" fontAlgn="t">
                        <a:spcBef>
                          <a:spcPts val="0"/>
                        </a:spcBef>
                        <a:spcAft>
                          <a:spcPts val="0"/>
                        </a:spcAft>
                      </a:pPr>
                      <a:r>
                        <a:rPr lang="en-GB" sz="1300" b="1" u="none" strike="noStrike" dirty="0">
                          <a:solidFill>
                            <a:schemeClr val="tx1"/>
                          </a:solidFill>
                          <a:effectLst/>
                        </a:rPr>
                        <a:t>LULC Year Used For Prediction</a:t>
                      </a:r>
                      <a:endParaRPr lang="en-GB" dirty="0">
                        <a:solidFill>
                          <a:schemeClr val="tx1"/>
                        </a:solidFill>
                        <a:effectLst/>
                        <a:latin typeface="Muli"/>
                      </a:endParaRPr>
                    </a:p>
                  </a:txBody>
                  <a:tcPr marL="63500" marR="63500" marT="63500" marB="63500"/>
                </a:tc>
                <a:tc>
                  <a:txBody>
                    <a:bodyPr/>
                    <a:lstStyle/>
                    <a:p>
                      <a:pPr algn="ctr" rtl="0" fontAlgn="t">
                        <a:spcBef>
                          <a:spcPts val="0"/>
                        </a:spcBef>
                        <a:spcAft>
                          <a:spcPts val="0"/>
                        </a:spcAft>
                      </a:pPr>
                      <a:r>
                        <a:rPr lang="en-IN" sz="1300" b="1" u="none" strike="noStrike" dirty="0">
                          <a:solidFill>
                            <a:schemeClr val="tx1"/>
                          </a:solidFill>
                          <a:effectLst/>
                        </a:rPr>
                        <a:t>Accuracy</a:t>
                      </a:r>
                      <a:endParaRPr lang="en-IN" dirty="0">
                        <a:solidFill>
                          <a:schemeClr val="tx1"/>
                        </a:solidFill>
                        <a:effectLst/>
                        <a:latin typeface="Muli"/>
                      </a:endParaRPr>
                    </a:p>
                  </a:txBody>
                  <a:tcPr marL="63500" marR="63500" marT="63500" marB="63500"/>
                </a:tc>
                <a:tc>
                  <a:txBody>
                    <a:bodyPr/>
                    <a:lstStyle/>
                    <a:p>
                      <a:pPr algn="ctr" rtl="0" fontAlgn="t">
                        <a:spcBef>
                          <a:spcPts val="0"/>
                        </a:spcBef>
                        <a:spcAft>
                          <a:spcPts val="0"/>
                        </a:spcAft>
                      </a:pPr>
                      <a:r>
                        <a:rPr lang="en-IN" sz="1300" b="1" u="none" strike="noStrike" dirty="0">
                          <a:solidFill>
                            <a:schemeClr val="tx1"/>
                          </a:solidFill>
                          <a:effectLst/>
                        </a:rPr>
                        <a:t>KAPPA</a:t>
                      </a:r>
                      <a:endParaRPr lang="en-IN" dirty="0">
                        <a:solidFill>
                          <a:schemeClr val="tx1"/>
                        </a:solidFill>
                        <a:effectLst/>
                        <a:latin typeface="Muli"/>
                      </a:endParaRPr>
                    </a:p>
                  </a:txBody>
                  <a:tcPr marL="63500" marR="63500" marT="63500" marB="63500"/>
                </a:tc>
                <a:extLst>
                  <a:ext uri="{0D108BD9-81ED-4DB2-BD59-A6C34878D82A}">
                    <a16:rowId xmlns:a16="http://schemas.microsoft.com/office/drawing/2014/main" val="10000"/>
                  </a:ext>
                </a:extLst>
              </a:tr>
              <a:tr h="454600">
                <a:tc>
                  <a:txBody>
                    <a:bodyPr/>
                    <a:lstStyle/>
                    <a:p>
                      <a:pPr algn="ctr" rtl="0" fontAlgn="t">
                        <a:spcBef>
                          <a:spcPts val="0"/>
                        </a:spcBef>
                        <a:spcAft>
                          <a:spcPts val="0"/>
                        </a:spcAft>
                      </a:pPr>
                      <a:r>
                        <a:rPr lang="en-IN" sz="1200" b="0" u="none" strike="noStrike" dirty="0">
                          <a:solidFill>
                            <a:schemeClr val="tx1"/>
                          </a:solidFill>
                          <a:effectLst/>
                        </a:rPr>
                        <a:t>2019</a:t>
                      </a:r>
                      <a:endParaRPr lang="en-IN" dirty="0">
                        <a:solidFill>
                          <a:schemeClr val="tx1"/>
                        </a:solidFill>
                        <a:effectLst/>
                        <a:latin typeface="Muli"/>
                      </a:endParaRPr>
                    </a:p>
                  </a:txBody>
                  <a:tcPr marL="63500" marR="63500" marT="63500" marB="63500"/>
                </a:tc>
                <a:tc>
                  <a:txBody>
                    <a:bodyPr/>
                    <a:lstStyle/>
                    <a:p>
                      <a:pPr algn="ctr" rtl="0" fontAlgn="t">
                        <a:spcBef>
                          <a:spcPts val="0"/>
                        </a:spcBef>
                        <a:spcAft>
                          <a:spcPts val="0"/>
                        </a:spcAft>
                      </a:pPr>
                      <a:r>
                        <a:rPr lang="en-IN" sz="1200" b="0" u="none" strike="noStrike" dirty="0">
                          <a:solidFill>
                            <a:schemeClr val="tx1"/>
                          </a:solidFill>
                          <a:effectLst/>
                        </a:rPr>
                        <a:t>2018</a:t>
                      </a:r>
                      <a:endParaRPr lang="en-IN" dirty="0">
                        <a:solidFill>
                          <a:schemeClr val="tx1"/>
                        </a:solidFill>
                        <a:effectLst/>
                        <a:latin typeface="Muli"/>
                      </a:endParaRPr>
                    </a:p>
                  </a:txBody>
                  <a:tcPr marL="63500" marR="63500" marT="63500" marB="63500"/>
                </a:tc>
                <a:tc>
                  <a:txBody>
                    <a:bodyPr/>
                    <a:lstStyle/>
                    <a:p>
                      <a:pPr algn="ctr" rtl="0" fontAlgn="t">
                        <a:spcBef>
                          <a:spcPts val="0"/>
                        </a:spcBef>
                        <a:spcAft>
                          <a:spcPts val="0"/>
                        </a:spcAft>
                      </a:pPr>
                      <a:r>
                        <a:rPr lang="en-IN" sz="1200" b="0" u="none" strike="noStrike" dirty="0">
                          <a:solidFill>
                            <a:schemeClr val="tx1"/>
                          </a:solidFill>
                          <a:effectLst/>
                        </a:rPr>
                        <a:t>87.2428</a:t>
                      </a:r>
                      <a:endParaRPr lang="en-IN" dirty="0">
                        <a:solidFill>
                          <a:schemeClr val="tx1"/>
                        </a:solidFill>
                        <a:effectLst/>
                        <a:latin typeface="Muli"/>
                      </a:endParaRPr>
                    </a:p>
                  </a:txBody>
                  <a:tcPr marL="63500" marR="63500" marT="63500" marB="63500"/>
                </a:tc>
                <a:tc>
                  <a:txBody>
                    <a:bodyPr/>
                    <a:lstStyle/>
                    <a:p>
                      <a:pPr algn="ctr" rtl="0" fontAlgn="t">
                        <a:spcBef>
                          <a:spcPts val="0"/>
                        </a:spcBef>
                        <a:spcAft>
                          <a:spcPts val="0"/>
                        </a:spcAft>
                      </a:pPr>
                      <a:r>
                        <a:rPr lang="en-IN" sz="1200" b="0" u="none" strike="noStrike" dirty="0">
                          <a:solidFill>
                            <a:schemeClr val="tx1"/>
                          </a:solidFill>
                          <a:effectLst/>
                        </a:rPr>
                        <a:t>0.8121</a:t>
                      </a:r>
                      <a:endParaRPr lang="en-IN" dirty="0">
                        <a:solidFill>
                          <a:schemeClr val="tx1"/>
                        </a:solidFill>
                        <a:effectLst/>
                        <a:latin typeface="Muli"/>
                      </a:endParaRPr>
                    </a:p>
                  </a:txBody>
                  <a:tcPr marL="63500" marR="63500" marT="63500" marB="63500"/>
                </a:tc>
                <a:extLst>
                  <a:ext uri="{0D108BD9-81ED-4DB2-BD59-A6C34878D82A}">
                    <a16:rowId xmlns:a16="http://schemas.microsoft.com/office/drawing/2014/main" val="10001"/>
                  </a:ext>
                </a:extLst>
              </a:tr>
              <a:tr h="454600">
                <a:tc>
                  <a:txBody>
                    <a:bodyPr/>
                    <a:lstStyle/>
                    <a:p>
                      <a:pPr algn="ctr" rtl="0" fontAlgn="t">
                        <a:spcBef>
                          <a:spcPts val="0"/>
                        </a:spcBef>
                        <a:spcAft>
                          <a:spcPts val="0"/>
                        </a:spcAft>
                      </a:pPr>
                      <a:r>
                        <a:rPr lang="en-IN" sz="1200" b="0" u="none" strike="noStrike" dirty="0">
                          <a:solidFill>
                            <a:schemeClr val="tx1"/>
                          </a:solidFill>
                          <a:effectLst/>
                        </a:rPr>
                        <a:t>2020</a:t>
                      </a:r>
                      <a:endParaRPr lang="en-IN" dirty="0">
                        <a:solidFill>
                          <a:schemeClr val="tx1"/>
                        </a:solidFill>
                        <a:effectLst/>
                        <a:latin typeface="Muli"/>
                      </a:endParaRPr>
                    </a:p>
                  </a:txBody>
                  <a:tcPr marL="63500" marR="63500" marT="63500" marB="63500"/>
                </a:tc>
                <a:tc>
                  <a:txBody>
                    <a:bodyPr/>
                    <a:lstStyle/>
                    <a:p>
                      <a:pPr algn="ctr" rtl="0" fontAlgn="t">
                        <a:spcBef>
                          <a:spcPts val="0"/>
                        </a:spcBef>
                        <a:spcAft>
                          <a:spcPts val="0"/>
                        </a:spcAft>
                      </a:pPr>
                      <a:r>
                        <a:rPr lang="en-IN" sz="1200" b="0" u="none" strike="noStrike">
                          <a:solidFill>
                            <a:schemeClr val="tx1"/>
                          </a:solidFill>
                          <a:effectLst/>
                        </a:rPr>
                        <a:t>2019</a:t>
                      </a:r>
                      <a:endParaRPr lang="en-IN">
                        <a:solidFill>
                          <a:schemeClr val="tx1"/>
                        </a:solidFill>
                        <a:effectLst/>
                        <a:latin typeface="Muli"/>
                      </a:endParaRPr>
                    </a:p>
                  </a:txBody>
                  <a:tcPr marL="63500" marR="63500" marT="63500" marB="63500"/>
                </a:tc>
                <a:tc>
                  <a:txBody>
                    <a:bodyPr/>
                    <a:lstStyle/>
                    <a:p>
                      <a:pPr algn="ctr" rtl="0" fontAlgn="t">
                        <a:spcBef>
                          <a:spcPts val="0"/>
                        </a:spcBef>
                        <a:spcAft>
                          <a:spcPts val="0"/>
                        </a:spcAft>
                      </a:pPr>
                      <a:r>
                        <a:rPr lang="en-IN" sz="1200" b="0" u="none" strike="noStrike">
                          <a:solidFill>
                            <a:schemeClr val="tx1"/>
                          </a:solidFill>
                          <a:effectLst/>
                        </a:rPr>
                        <a:t>87.2346</a:t>
                      </a:r>
                      <a:endParaRPr lang="en-IN">
                        <a:solidFill>
                          <a:schemeClr val="tx1"/>
                        </a:solidFill>
                        <a:effectLst/>
                        <a:latin typeface="Muli"/>
                      </a:endParaRPr>
                    </a:p>
                  </a:txBody>
                  <a:tcPr marL="63500" marR="63500" marT="63500" marB="63500"/>
                </a:tc>
                <a:tc>
                  <a:txBody>
                    <a:bodyPr/>
                    <a:lstStyle/>
                    <a:p>
                      <a:pPr algn="ctr" rtl="0" fontAlgn="t">
                        <a:spcBef>
                          <a:spcPts val="0"/>
                        </a:spcBef>
                        <a:spcAft>
                          <a:spcPts val="0"/>
                        </a:spcAft>
                      </a:pPr>
                      <a:r>
                        <a:rPr lang="en-IN" sz="1200" b="0" u="none" strike="noStrike" dirty="0">
                          <a:solidFill>
                            <a:schemeClr val="tx1"/>
                          </a:solidFill>
                          <a:effectLst/>
                        </a:rPr>
                        <a:t>0.8102</a:t>
                      </a:r>
                      <a:endParaRPr lang="en-IN" dirty="0">
                        <a:solidFill>
                          <a:schemeClr val="tx1"/>
                        </a:solidFill>
                        <a:effectLst/>
                        <a:latin typeface="Muli"/>
                      </a:endParaRPr>
                    </a:p>
                  </a:txBody>
                  <a:tcPr marL="63500" marR="63500" marT="63500" marB="63500"/>
                </a:tc>
                <a:extLst>
                  <a:ext uri="{0D108BD9-81ED-4DB2-BD59-A6C34878D82A}">
                    <a16:rowId xmlns:a16="http://schemas.microsoft.com/office/drawing/2014/main" val="10002"/>
                  </a:ext>
                </a:extLst>
              </a:tr>
              <a:tr h="454600">
                <a:tc>
                  <a:txBody>
                    <a:bodyPr/>
                    <a:lstStyle/>
                    <a:p>
                      <a:pPr algn="ctr" rtl="0" fontAlgn="t">
                        <a:spcBef>
                          <a:spcPts val="0"/>
                        </a:spcBef>
                        <a:spcAft>
                          <a:spcPts val="0"/>
                        </a:spcAft>
                      </a:pPr>
                      <a:r>
                        <a:rPr lang="en-IN" sz="1200" b="0" u="none" strike="noStrike" dirty="0">
                          <a:solidFill>
                            <a:schemeClr val="tx1"/>
                          </a:solidFill>
                          <a:effectLst/>
                        </a:rPr>
                        <a:t>2021</a:t>
                      </a:r>
                      <a:endParaRPr lang="en-IN" dirty="0">
                        <a:solidFill>
                          <a:schemeClr val="tx1"/>
                        </a:solidFill>
                        <a:effectLst/>
                        <a:latin typeface="Muli"/>
                      </a:endParaRPr>
                    </a:p>
                  </a:txBody>
                  <a:tcPr marL="63500" marR="63500" marT="63500" marB="63500"/>
                </a:tc>
                <a:tc>
                  <a:txBody>
                    <a:bodyPr/>
                    <a:lstStyle/>
                    <a:p>
                      <a:pPr algn="ctr" rtl="0" fontAlgn="t">
                        <a:spcBef>
                          <a:spcPts val="0"/>
                        </a:spcBef>
                        <a:spcAft>
                          <a:spcPts val="0"/>
                        </a:spcAft>
                      </a:pPr>
                      <a:r>
                        <a:rPr lang="en-IN" sz="1200" b="0" u="none" strike="noStrike">
                          <a:solidFill>
                            <a:schemeClr val="tx1"/>
                          </a:solidFill>
                          <a:effectLst/>
                        </a:rPr>
                        <a:t>2020</a:t>
                      </a:r>
                      <a:endParaRPr lang="en-IN">
                        <a:solidFill>
                          <a:schemeClr val="tx1"/>
                        </a:solidFill>
                        <a:effectLst/>
                        <a:latin typeface="Muli"/>
                      </a:endParaRPr>
                    </a:p>
                  </a:txBody>
                  <a:tcPr marL="63500" marR="63500" marT="63500" marB="63500"/>
                </a:tc>
                <a:tc>
                  <a:txBody>
                    <a:bodyPr/>
                    <a:lstStyle/>
                    <a:p>
                      <a:pPr algn="ctr" rtl="0" fontAlgn="t">
                        <a:spcBef>
                          <a:spcPts val="0"/>
                        </a:spcBef>
                        <a:spcAft>
                          <a:spcPts val="0"/>
                        </a:spcAft>
                      </a:pPr>
                      <a:r>
                        <a:rPr lang="en-IN" sz="1200" b="0" u="none" strike="noStrike">
                          <a:solidFill>
                            <a:schemeClr val="tx1"/>
                          </a:solidFill>
                          <a:effectLst/>
                        </a:rPr>
                        <a:t>89.0800</a:t>
                      </a:r>
                      <a:endParaRPr lang="en-IN">
                        <a:solidFill>
                          <a:schemeClr val="tx1"/>
                        </a:solidFill>
                        <a:effectLst/>
                        <a:latin typeface="Muli"/>
                      </a:endParaRPr>
                    </a:p>
                  </a:txBody>
                  <a:tcPr marL="63500" marR="63500" marT="63500" marB="63500"/>
                </a:tc>
                <a:tc>
                  <a:txBody>
                    <a:bodyPr/>
                    <a:lstStyle/>
                    <a:p>
                      <a:pPr algn="ctr" rtl="0" fontAlgn="t">
                        <a:spcBef>
                          <a:spcPts val="0"/>
                        </a:spcBef>
                        <a:spcAft>
                          <a:spcPts val="0"/>
                        </a:spcAft>
                      </a:pPr>
                      <a:r>
                        <a:rPr lang="en-IN" sz="1200" b="0" u="none" strike="noStrike" dirty="0">
                          <a:solidFill>
                            <a:schemeClr val="tx1"/>
                          </a:solidFill>
                          <a:effectLst/>
                        </a:rPr>
                        <a:t>0.8339</a:t>
                      </a:r>
                      <a:endParaRPr lang="en-IN" dirty="0">
                        <a:solidFill>
                          <a:schemeClr val="tx1"/>
                        </a:solidFill>
                        <a:effectLst/>
                        <a:latin typeface="Muli"/>
                      </a:endParaRPr>
                    </a:p>
                  </a:txBody>
                  <a:tcPr marL="63500" marR="63500" marT="63500" marB="63500"/>
                </a:tc>
                <a:extLst>
                  <a:ext uri="{0D108BD9-81ED-4DB2-BD59-A6C34878D82A}">
                    <a16:rowId xmlns:a16="http://schemas.microsoft.com/office/drawing/2014/main" val="10003"/>
                  </a:ext>
                </a:extLst>
              </a:tr>
              <a:tr h="454600">
                <a:tc>
                  <a:txBody>
                    <a:bodyPr/>
                    <a:lstStyle/>
                    <a:p>
                      <a:pPr algn="ctr" rtl="0" fontAlgn="t">
                        <a:spcBef>
                          <a:spcPts val="0"/>
                        </a:spcBef>
                        <a:spcAft>
                          <a:spcPts val="0"/>
                        </a:spcAft>
                      </a:pPr>
                      <a:r>
                        <a:rPr lang="en-IN" sz="1200" b="0" i="0" u="none" strike="noStrike" dirty="0">
                          <a:solidFill>
                            <a:schemeClr val="tx1"/>
                          </a:solidFill>
                          <a:effectLst/>
                          <a:latin typeface="Arial" panose="020B0604020202020204" pitchFamily="34" charset="0"/>
                        </a:rPr>
                        <a:t>2022</a:t>
                      </a:r>
                      <a:endParaRPr lang="en-IN" dirty="0">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2021</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85.5751</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dirty="0">
                          <a:solidFill>
                            <a:schemeClr val="tx1"/>
                          </a:solidFill>
                          <a:effectLst/>
                          <a:latin typeface="Arial" panose="020B0604020202020204" pitchFamily="34" charset="0"/>
                        </a:rPr>
                        <a:t>0.7875</a:t>
                      </a:r>
                      <a:endParaRPr lang="en-IN" dirty="0">
                        <a:solidFill>
                          <a:schemeClr val="tx1"/>
                        </a:solidFill>
                        <a:effectLst/>
                      </a:endParaRPr>
                    </a:p>
                  </a:txBody>
                  <a:tcPr marL="63500" marR="63500" marT="63500" marB="63500"/>
                </a:tc>
                <a:extLst>
                  <a:ext uri="{0D108BD9-81ED-4DB2-BD59-A6C34878D82A}">
                    <a16:rowId xmlns:a16="http://schemas.microsoft.com/office/drawing/2014/main" val="747023007"/>
                  </a:ext>
                </a:extLst>
              </a:tr>
            </a:tbl>
          </a:graphicData>
        </a:graphic>
      </p:graphicFrame>
    </p:spTree>
    <p:extLst>
      <p:ext uri="{BB962C8B-B14F-4D97-AF65-F5344CB8AC3E}">
        <p14:creationId xmlns:p14="http://schemas.microsoft.com/office/powerpoint/2010/main" val="4628835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23"/>
          <p:cNvSpPr txBox="1">
            <a:spLocks noGrp="1"/>
          </p:cNvSpPr>
          <p:nvPr>
            <p:ph type="title"/>
          </p:nvPr>
        </p:nvSpPr>
        <p:spPr>
          <a:xfrm>
            <a:off x="1732699" y="674617"/>
            <a:ext cx="5128792" cy="645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600" dirty="0"/>
              <a:t>CA </a:t>
            </a:r>
            <a:r>
              <a:rPr lang="en-GB" sz="3600" dirty="0"/>
              <a:t>Prediction Accuracy with 2-year gap</a:t>
            </a:r>
            <a:endParaRPr sz="3600" dirty="0"/>
          </a:p>
        </p:txBody>
      </p:sp>
      <p:graphicFrame>
        <p:nvGraphicFramePr>
          <p:cNvPr id="439" name="Google Shape;439;p23"/>
          <p:cNvGraphicFramePr/>
          <p:nvPr>
            <p:extLst>
              <p:ext uri="{D42A27DB-BD31-4B8C-83A1-F6EECF244321}">
                <p14:modId xmlns:p14="http://schemas.microsoft.com/office/powerpoint/2010/main" val="1622515214"/>
              </p:ext>
            </p:extLst>
          </p:nvPr>
        </p:nvGraphicFramePr>
        <p:xfrm>
          <a:off x="1732699" y="2166449"/>
          <a:ext cx="5305400" cy="2539760"/>
        </p:xfrm>
        <a:graphic>
          <a:graphicData uri="http://schemas.openxmlformats.org/drawingml/2006/table">
            <a:tbl>
              <a:tblPr>
                <a:tableStyleId>{ED083AE6-46FA-4A59-8FB0-9F97EB10719F}</a:tableStyleId>
              </a:tblPr>
              <a:tblGrid>
                <a:gridCol w="1326350">
                  <a:extLst>
                    <a:ext uri="{9D8B030D-6E8A-4147-A177-3AD203B41FA5}">
                      <a16:colId xmlns:a16="http://schemas.microsoft.com/office/drawing/2014/main" val="20000"/>
                    </a:ext>
                  </a:extLst>
                </a:gridCol>
                <a:gridCol w="1326350">
                  <a:extLst>
                    <a:ext uri="{9D8B030D-6E8A-4147-A177-3AD203B41FA5}">
                      <a16:colId xmlns:a16="http://schemas.microsoft.com/office/drawing/2014/main" val="20001"/>
                    </a:ext>
                  </a:extLst>
                </a:gridCol>
                <a:gridCol w="1326350">
                  <a:extLst>
                    <a:ext uri="{9D8B030D-6E8A-4147-A177-3AD203B41FA5}">
                      <a16:colId xmlns:a16="http://schemas.microsoft.com/office/drawing/2014/main" val="20002"/>
                    </a:ext>
                  </a:extLst>
                </a:gridCol>
                <a:gridCol w="1326350">
                  <a:extLst>
                    <a:ext uri="{9D8B030D-6E8A-4147-A177-3AD203B41FA5}">
                      <a16:colId xmlns:a16="http://schemas.microsoft.com/office/drawing/2014/main" val="20003"/>
                    </a:ext>
                  </a:extLst>
                </a:gridCol>
              </a:tblGrid>
              <a:tr h="454600">
                <a:tc>
                  <a:txBody>
                    <a:bodyPr/>
                    <a:lstStyle/>
                    <a:p>
                      <a:pPr algn="ctr" rtl="0" fontAlgn="t">
                        <a:spcBef>
                          <a:spcPts val="0"/>
                        </a:spcBef>
                        <a:spcAft>
                          <a:spcPts val="0"/>
                        </a:spcAft>
                      </a:pPr>
                      <a:r>
                        <a:rPr lang="en-IN" sz="1300" b="1" u="none" strike="noStrike" dirty="0">
                          <a:solidFill>
                            <a:schemeClr val="tx1"/>
                          </a:solidFill>
                          <a:effectLst/>
                        </a:rPr>
                        <a:t>LULC</a:t>
                      </a:r>
                      <a:endParaRPr lang="en-IN" dirty="0">
                        <a:solidFill>
                          <a:schemeClr val="tx1"/>
                        </a:solidFill>
                        <a:effectLst/>
                        <a:latin typeface="Muli"/>
                      </a:endParaRPr>
                    </a:p>
                  </a:txBody>
                  <a:tcPr marL="63500" marR="63500" marT="63500" marB="63500"/>
                </a:tc>
                <a:tc>
                  <a:txBody>
                    <a:bodyPr/>
                    <a:lstStyle/>
                    <a:p>
                      <a:pPr algn="ctr" rtl="0" fontAlgn="t">
                        <a:spcBef>
                          <a:spcPts val="0"/>
                        </a:spcBef>
                        <a:spcAft>
                          <a:spcPts val="0"/>
                        </a:spcAft>
                      </a:pPr>
                      <a:r>
                        <a:rPr lang="en-GB" sz="1300" b="1" u="none" strike="noStrike" dirty="0">
                          <a:solidFill>
                            <a:schemeClr val="tx1"/>
                          </a:solidFill>
                          <a:effectLst/>
                        </a:rPr>
                        <a:t>LULC Year Used For Prediction</a:t>
                      </a:r>
                      <a:endParaRPr lang="en-GB" dirty="0">
                        <a:solidFill>
                          <a:schemeClr val="tx1"/>
                        </a:solidFill>
                        <a:effectLst/>
                        <a:latin typeface="Muli"/>
                      </a:endParaRPr>
                    </a:p>
                  </a:txBody>
                  <a:tcPr marL="63500" marR="63500" marT="63500" marB="63500"/>
                </a:tc>
                <a:tc>
                  <a:txBody>
                    <a:bodyPr/>
                    <a:lstStyle/>
                    <a:p>
                      <a:pPr algn="ctr" rtl="0" fontAlgn="t">
                        <a:spcBef>
                          <a:spcPts val="0"/>
                        </a:spcBef>
                        <a:spcAft>
                          <a:spcPts val="0"/>
                        </a:spcAft>
                      </a:pPr>
                      <a:r>
                        <a:rPr lang="en-IN" sz="1300" b="1" u="none" strike="noStrike" dirty="0">
                          <a:solidFill>
                            <a:schemeClr val="tx1"/>
                          </a:solidFill>
                          <a:effectLst/>
                        </a:rPr>
                        <a:t>Accuracy</a:t>
                      </a:r>
                      <a:endParaRPr lang="en-IN" dirty="0">
                        <a:solidFill>
                          <a:schemeClr val="tx1"/>
                        </a:solidFill>
                        <a:effectLst/>
                        <a:latin typeface="Muli"/>
                      </a:endParaRPr>
                    </a:p>
                  </a:txBody>
                  <a:tcPr marL="63500" marR="63500" marT="63500" marB="63500"/>
                </a:tc>
                <a:tc>
                  <a:txBody>
                    <a:bodyPr/>
                    <a:lstStyle/>
                    <a:p>
                      <a:pPr algn="ctr" rtl="0" fontAlgn="t">
                        <a:spcBef>
                          <a:spcPts val="0"/>
                        </a:spcBef>
                        <a:spcAft>
                          <a:spcPts val="0"/>
                        </a:spcAft>
                      </a:pPr>
                      <a:r>
                        <a:rPr lang="en-IN" sz="1300" b="1" u="none" strike="noStrike" dirty="0">
                          <a:solidFill>
                            <a:schemeClr val="tx1"/>
                          </a:solidFill>
                          <a:effectLst/>
                        </a:rPr>
                        <a:t>KAPPA</a:t>
                      </a:r>
                      <a:endParaRPr lang="en-IN" dirty="0">
                        <a:solidFill>
                          <a:schemeClr val="tx1"/>
                        </a:solidFill>
                        <a:effectLst/>
                        <a:latin typeface="Muli"/>
                      </a:endParaRPr>
                    </a:p>
                  </a:txBody>
                  <a:tcPr marL="63500" marR="63500" marT="63500" marB="63500"/>
                </a:tc>
                <a:extLst>
                  <a:ext uri="{0D108BD9-81ED-4DB2-BD59-A6C34878D82A}">
                    <a16:rowId xmlns:a16="http://schemas.microsoft.com/office/drawing/2014/main" val="10000"/>
                  </a:ext>
                </a:extLst>
              </a:tr>
              <a:tr h="454600">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2019</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2017</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76.3676</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0.6673</a:t>
                      </a:r>
                      <a:endParaRPr lang="en-IN">
                        <a:solidFill>
                          <a:schemeClr val="tx1"/>
                        </a:solidFill>
                        <a:effectLst/>
                      </a:endParaRPr>
                    </a:p>
                  </a:txBody>
                  <a:tcPr marL="63500" marR="63500" marT="63500" marB="63500"/>
                </a:tc>
                <a:extLst>
                  <a:ext uri="{0D108BD9-81ED-4DB2-BD59-A6C34878D82A}">
                    <a16:rowId xmlns:a16="http://schemas.microsoft.com/office/drawing/2014/main" val="10001"/>
                  </a:ext>
                </a:extLst>
              </a:tr>
              <a:tr h="454600">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2020</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2018</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85.0453</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0.7727</a:t>
                      </a:r>
                      <a:endParaRPr lang="en-IN">
                        <a:solidFill>
                          <a:schemeClr val="tx1"/>
                        </a:solidFill>
                        <a:effectLst/>
                      </a:endParaRPr>
                    </a:p>
                  </a:txBody>
                  <a:tcPr marL="63500" marR="63500" marT="63500" marB="63500"/>
                </a:tc>
                <a:extLst>
                  <a:ext uri="{0D108BD9-81ED-4DB2-BD59-A6C34878D82A}">
                    <a16:rowId xmlns:a16="http://schemas.microsoft.com/office/drawing/2014/main" val="10002"/>
                  </a:ext>
                </a:extLst>
              </a:tr>
              <a:tr h="454600">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2021</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2019</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85.7605</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0.7845</a:t>
                      </a:r>
                      <a:endParaRPr lang="en-IN">
                        <a:solidFill>
                          <a:schemeClr val="tx1"/>
                        </a:solidFill>
                        <a:effectLst/>
                      </a:endParaRPr>
                    </a:p>
                  </a:txBody>
                  <a:tcPr marL="63500" marR="63500" marT="63500" marB="63500"/>
                </a:tc>
                <a:extLst>
                  <a:ext uri="{0D108BD9-81ED-4DB2-BD59-A6C34878D82A}">
                    <a16:rowId xmlns:a16="http://schemas.microsoft.com/office/drawing/2014/main" val="10003"/>
                  </a:ext>
                </a:extLst>
              </a:tr>
              <a:tr h="454600">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2022</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2020</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88.4919</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dirty="0">
                          <a:solidFill>
                            <a:schemeClr val="tx1"/>
                          </a:solidFill>
                          <a:effectLst/>
                          <a:latin typeface="Arial" panose="020B0604020202020204" pitchFamily="34" charset="0"/>
                        </a:rPr>
                        <a:t>0.8313</a:t>
                      </a:r>
                      <a:endParaRPr lang="en-IN" dirty="0">
                        <a:solidFill>
                          <a:schemeClr val="tx1"/>
                        </a:solidFill>
                        <a:effectLst/>
                      </a:endParaRPr>
                    </a:p>
                  </a:txBody>
                  <a:tcPr marL="63500" marR="63500" marT="63500" marB="63500"/>
                </a:tc>
                <a:extLst>
                  <a:ext uri="{0D108BD9-81ED-4DB2-BD59-A6C34878D82A}">
                    <a16:rowId xmlns:a16="http://schemas.microsoft.com/office/drawing/2014/main" val="747023007"/>
                  </a:ext>
                </a:extLst>
              </a:tr>
            </a:tbl>
          </a:graphicData>
        </a:graphic>
      </p:graphicFrame>
    </p:spTree>
    <p:extLst>
      <p:ext uri="{BB962C8B-B14F-4D97-AF65-F5344CB8AC3E}">
        <p14:creationId xmlns:p14="http://schemas.microsoft.com/office/powerpoint/2010/main" val="33005003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23"/>
          <p:cNvSpPr txBox="1">
            <a:spLocks noGrp="1"/>
          </p:cNvSpPr>
          <p:nvPr>
            <p:ph type="title"/>
          </p:nvPr>
        </p:nvSpPr>
        <p:spPr>
          <a:xfrm>
            <a:off x="1732699" y="674617"/>
            <a:ext cx="5128792" cy="645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IN" sz="3600" dirty="0" err="1"/>
              <a:t>Molusce</a:t>
            </a:r>
            <a:r>
              <a:rPr lang="en-IN" sz="3600" dirty="0"/>
              <a:t> </a:t>
            </a:r>
            <a:r>
              <a:rPr lang="en-GB" sz="3600" dirty="0"/>
              <a:t>Accuracy with </a:t>
            </a:r>
            <a:br>
              <a:rPr lang="en-GB" sz="3600" dirty="0"/>
            </a:br>
            <a:r>
              <a:rPr lang="en-GB" sz="3600" dirty="0"/>
              <a:t>2-year gap</a:t>
            </a:r>
            <a:endParaRPr sz="3600" dirty="0"/>
          </a:p>
        </p:txBody>
      </p:sp>
      <p:graphicFrame>
        <p:nvGraphicFramePr>
          <p:cNvPr id="439" name="Google Shape;439;p23"/>
          <p:cNvGraphicFramePr/>
          <p:nvPr>
            <p:extLst>
              <p:ext uri="{D42A27DB-BD31-4B8C-83A1-F6EECF244321}">
                <p14:modId xmlns:p14="http://schemas.microsoft.com/office/powerpoint/2010/main" val="3323476906"/>
              </p:ext>
            </p:extLst>
          </p:nvPr>
        </p:nvGraphicFramePr>
        <p:xfrm>
          <a:off x="1732699" y="2166449"/>
          <a:ext cx="5305400" cy="2539760"/>
        </p:xfrm>
        <a:graphic>
          <a:graphicData uri="http://schemas.openxmlformats.org/drawingml/2006/table">
            <a:tbl>
              <a:tblPr>
                <a:tableStyleId>{ED083AE6-46FA-4A59-8FB0-9F97EB10719F}</a:tableStyleId>
              </a:tblPr>
              <a:tblGrid>
                <a:gridCol w="1326350">
                  <a:extLst>
                    <a:ext uri="{9D8B030D-6E8A-4147-A177-3AD203B41FA5}">
                      <a16:colId xmlns:a16="http://schemas.microsoft.com/office/drawing/2014/main" val="20000"/>
                    </a:ext>
                  </a:extLst>
                </a:gridCol>
                <a:gridCol w="1326350">
                  <a:extLst>
                    <a:ext uri="{9D8B030D-6E8A-4147-A177-3AD203B41FA5}">
                      <a16:colId xmlns:a16="http://schemas.microsoft.com/office/drawing/2014/main" val="20001"/>
                    </a:ext>
                  </a:extLst>
                </a:gridCol>
                <a:gridCol w="1326350">
                  <a:extLst>
                    <a:ext uri="{9D8B030D-6E8A-4147-A177-3AD203B41FA5}">
                      <a16:colId xmlns:a16="http://schemas.microsoft.com/office/drawing/2014/main" val="20002"/>
                    </a:ext>
                  </a:extLst>
                </a:gridCol>
                <a:gridCol w="1326350">
                  <a:extLst>
                    <a:ext uri="{9D8B030D-6E8A-4147-A177-3AD203B41FA5}">
                      <a16:colId xmlns:a16="http://schemas.microsoft.com/office/drawing/2014/main" val="20003"/>
                    </a:ext>
                  </a:extLst>
                </a:gridCol>
              </a:tblGrid>
              <a:tr h="454600">
                <a:tc>
                  <a:txBody>
                    <a:bodyPr/>
                    <a:lstStyle/>
                    <a:p>
                      <a:pPr algn="ctr" rtl="0" fontAlgn="t">
                        <a:spcBef>
                          <a:spcPts val="0"/>
                        </a:spcBef>
                        <a:spcAft>
                          <a:spcPts val="0"/>
                        </a:spcAft>
                      </a:pPr>
                      <a:r>
                        <a:rPr lang="en-IN" sz="1300" b="1" u="none" strike="noStrike" dirty="0">
                          <a:solidFill>
                            <a:schemeClr val="tx1"/>
                          </a:solidFill>
                          <a:effectLst/>
                        </a:rPr>
                        <a:t>LULC</a:t>
                      </a:r>
                      <a:endParaRPr lang="en-IN" dirty="0">
                        <a:solidFill>
                          <a:schemeClr val="tx1"/>
                        </a:solidFill>
                        <a:effectLst/>
                        <a:latin typeface="Muli"/>
                      </a:endParaRPr>
                    </a:p>
                  </a:txBody>
                  <a:tcPr marL="63500" marR="63500" marT="63500" marB="63500"/>
                </a:tc>
                <a:tc>
                  <a:txBody>
                    <a:bodyPr/>
                    <a:lstStyle/>
                    <a:p>
                      <a:pPr algn="ctr" rtl="0" fontAlgn="t">
                        <a:spcBef>
                          <a:spcPts val="0"/>
                        </a:spcBef>
                        <a:spcAft>
                          <a:spcPts val="0"/>
                        </a:spcAft>
                      </a:pPr>
                      <a:r>
                        <a:rPr lang="en-GB" sz="1300" b="1" u="none" strike="noStrike" dirty="0">
                          <a:solidFill>
                            <a:schemeClr val="tx1"/>
                          </a:solidFill>
                          <a:effectLst/>
                        </a:rPr>
                        <a:t>LULC Year Used For Prediction</a:t>
                      </a:r>
                      <a:endParaRPr lang="en-GB" dirty="0">
                        <a:solidFill>
                          <a:schemeClr val="tx1"/>
                        </a:solidFill>
                        <a:effectLst/>
                        <a:latin typeface="Muli"/>
                      </a:endParaRPr>
                    </a:p>
                  </a:txBody>
                  <a:tcPr marL="63500" marR="63500" marT="63500" marB="63500"/>
                </a:tc>
                <a:tc>
                  <a:txBody>
                    <a:bodyPr/>
                    <a:lstStyle/>
                    <a:p>
                      <a:pPr algn="ctr" rtl="0" fontAlgn="t">
                        <a:spcBef>
                          <a:spcPts val="0"/>
                        </a:spcBef>
                        <a:spcAft>
                          <a:spcPts val="0"/>
                        </a:spcAft>
                      </a:pPr>
                      <a:r>
                        <a:rPr lang="en-IN" sz="1300" b="1" u="none" strike="noStrike" dirty="0">
                          <a:solidFill>
                            <a:schemeClr val="tx1"/>
                          </a:solidFill>
                          <a:effectLst/>
                        </a:rPr>
                        <a:t>Accuracy</a:t>
                      </a:r>
                      <a:endParaRPr lang="en-IN" dirty="0">
                        <a:solidFill>
                          <a:schemeClr val="tx1"/>
                        </a:solidFill>
                        <a:effectLst/>
                        <a:latin typeface="Muli"/>
                      </a:endParaRPr>
                    </a:p>
                  </a:txBody>
                  <a:tcPr marL="63500" marR="63500" marT="63500" marB="63500"/>
                </a:tc>
                <a:tc>
                  <a:txBody>
                    <a:bodyPr/>
                    <a:lstStyle/>
                    <a:p>
                      <a:pPr algn="ctr" rtl="0" fontAlgn="t">
                        <a:spcBef>
                          <a:spcPts val="0"/>
                        </a:spcBef>
                        <a:spcAft>
                          <a:spcPts val="0"/>
                        </a:spcAft>
                      </a:pPr>
                      <a:r>
                        <a:rPr lang="en-IN" sz="1300" b="1" u="none" strike="noStrike" dirty="0">
                          <a:solidFill>
                            <a:schemeClr val="tx1"/>
                          </a:solidFill>
                          <a:effectLst/>
                        </a:rPr>
                        <a:t>KAPPA</a:t>
                      </a:r>
                      <a:endParaRPr lang="en-IN" dirty="0">
                        <a:solidFill>
                          <a:schemeClr val="tx1"/>
                        </a:solidFill>
                        <a:effectLst/>
                        <a:latin typeface="Muli"/>
                      </a:endParaRPr>
                    </a:p>
                  </a:txBody>
                  <a:tcPr marL="63500" marR="63500" marT="63500" marB="63500"/>
                </a:tc>
                <a:extLst>
                  <a:ext uri="{0D108BD9-81ED-4DB2-BD59-A6C34878D82A}">
                    <a16:rowId xmlns:a16="http://schemas.microsoft.com/office/drawing/2014/main" val="10000"/>
                  </a:ext>
                </a:extLst>
              </a:tr>
              <a:tr h="454600">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2019</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2017,2015</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71.0681</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0.6047</a:t>
                      </a:r>
                      <a:endParaRPr lang="en-IN">
                        <a:solidFill>
                          <a:schemeClr val="tx1"/>
                        </a:solidFill>
                        <a:effectLst/>
                      </a:endParaRPr>
                    </a:p>
                  </a:txBody>
                  <a:tcPr marL="63500" marR="63500" marT="63500" marB="63500"/>
                </a:tc>
                <a:extLst>
                  <a:ext uri="{0D108BD9-81ED-4DB2-BD59-A6C34878D82A}">
                    <a16:rowId xmlns:a16="http://schemas.microsoft.com/office/drawing/2014/main" val="10001"/>
                  </a:ext>
                </a:extLst>
              </a:tr>
              <a:tr h="454600">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2020</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2018,2016</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74.4888</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0.6243</a:t>
                      </a:r>
                      <a:endParaRPr lang="en-IN">
                        <a:solidFill>
                          <a:schemeClr val="tx1"/>
                        </a:solidFill>
                        <a:effectLst/>
                      </a:endParaRPr>
                    </a:p>
                  </a:txBody>
                  <a:tcPr marL="63500" marR="63500" marT="63500" marB="63500"/>
                </a:tc>
                <a:extLst>
                  <a:ext uri="{0D108BD9-81ED-4DB2-BD59-A6C34878D82A}">
                    <a16:rowId xmlns:a16="http://schemas.microsoft.com/office/drawing/2014/main" val="10002"/>
                  </a:ext>
                </a:extLst>
              </a:tr>
              <a:tr h="454600">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2021</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2019,2017</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85.2186</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0.7737</a:t>
                      </a:r>
                      <a:endParaRPr lang="en-IN">
                        <a:solidFill>
                          <a:schemeClr val="tx1"/>
                        </a:solidFill>
                        <a:effectLst/>
                      </a:endParaRPr>
                    </a:p>
                  </a:txBody>
                  <a:tcPr marL="63500" marR="63500" marT="63500" marB="63500"/>
                </a:tc>
                <a:extLst>
                  <a:ext uri="{0D108BD9-81ED-4DB2-BD59-A6C34878D82A}">
                    <a16:rowId xmlns:a16="http://schemas.microsoft.com/office/drawing/2014/main" val="10003"/>
                  </a:ext>
                </a:extLst>
              </a:tr>
              <a:tr h="454600">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2022</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2020,2018</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a:solidFill>
                            <a:schemeClr val="tx1"/>
                          </a:solidFill>
                          <a:effectLst/>
                          <a:latin typeface="Arial" panose="020B0604020202020204" pitchFamily="34" charset="0"/>
                        </a:rPr>
                        <a:t>82.5795</a:t>
                      </a:r>
                      <a:endParaRPr lang="en-IN">
                        <a:solidFill>
                          <a:schemeClr val="tx1"/>
                        </a:solidFill>
                        <a:effectLst/>
                      </a:endParaRPr>
                    </a:p>
                  </a:txBody>
                  <a:tcPr marL="63500" marR="63500" marT="63500" marB="63500"/>
                </a:tc>
                <a:tc>
                  <a:txBody>
                    <a:bodyPr/>
                    <a:lstStyle/>
                    <a:p>
                      <a:pPr algn="ctr" rtl="0" fontAlgn="t">
                        <a:spcBef>
                          <a:spcPts val="0"/>
                        </a:spcBef>
                        <a:spcAft>
                          <a:spcPts val="0"/>
                        </a:spcAft>
                      </a:pPr>
                      <a:r>
                        <a:rPr lang="en-IN" sz="1200" b="0" i="0" u="none" strike="noStrike" dirty="0">
                          <a:solidFill>
                            <a:schemeClr val="tx1"/>
                          </a:solidFill>
                          <a:effectLst/>
                          <a:latin typeface="Arial" panose="020B0604020202020204" pitchFamily="34" charset="0"/>
                        </a:rPr>
                        <a:t>0.7455</a:t>
                      </a:r>
                      <a:endParaRPr lang="en-IN" dirty="0">
                        <a:solidFill>
                          <a:schemeClr val="tx1"/>
                        </a:solidFill>
                        <a:effectLst/>
                      </a:endParaRPr>
                    </a:p>
                  </a:txBody>
                  <a:tcPr marL="63500" marR="63500" marT="63500" marB="63500"/>
                </a:tc>
                <a:extLst>
                  <a:ext uri="{0D108BD9-81ED-4DB2-BD59-A6C34878D82A}">
                    <a16:rowId xmlns:a16="http://schemas.microsoft.com/office/drawing/2014/main" val="747023007"/>
                  </a:ext>
                </a:extLst>
              </a:tr>
            </a:tbl>
          </a:graphicData>
        </a:graphic>
      </p:graphicFrame>
    </p:spTree>
    <p:extLst>
      <p:ext uri="{BB962C8B-B14F-4D97-AF65-F5344CB8AC3E}">
        <p14:creationId xmlns:p14="http://schemas.microsoft.com/office/powerpoint/2010/main" val="18816091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65"/>
        <p:cNvGrpSpPr/>
        <p:nvPr/>
      </p:nvGrpSpPr>
      <p:grpSpPr>
        <a:xfrm>
          <a:off x="0" y="0"/>
          <a:ext cx="0" cy="0"/>
          <a:chOff x="0" y="0"/>
          <a:chExt cx="0" cy="0"/>
        </a:xfrm>
      </p:grpSpPr>
      <p:pic>
        <p:nvPicPr>
          <p:cNvPr id="3" name="Picture 2">
            <a:extLst>
              <a:ext uri="{FF2B5EF4-FFF2-40B4-BE49-F238E27FC236}">
                <a16:creationId xmlns:a16="http://schemas.microsoft.com/office/drawing/2014/main" id="{C7C190ED-06A0-88AF-1DD3-6A93B86B140F}"/>
              </a:ext>
            </a:extLst>
          </p:cNvPr>
          <p:cNvPicPr>
            <a:picLocks noChangeAspect="1"/>
          </p:cNvPicPr>
          <p:nvPr/>
        </p:nvPicPr>
        <p:blipFill>
          <a:blip r:embed="rId3"/>
          <a:stretch>
            <a:fillRect/>
          </a:stretch>
        </p:blipFill>
        <p:spPr>
          <a:xfrm>
            <a:off x="4742893" y="1860270"/>
            <a:ext cx="2796414" cy="2548291"/>
          </a:xfrm>
          <a:prstGeom prst="rect">
            <a:avLst/>
          </a:prstGeom>
        </p:spPr>
      </p:pic>
      <p:sp>
        <p:nvSpPr>
          <p:cNvPr id="4" name="Google Shape;430;p22">
            <a:extLst>
              <a:ext uri="{FF2B5EF4-FFF2-40B4-BE49-F238E27FC236}">
                <a16:creationId xmlns:a16="http://schemas.microsoft.com/office/drawing/2014/main" id="{678D3A35-B740-0941-96D3-7BF34A9B3111}"/>
              </a:ext>
            </a:extLst>
          </p:cNvPr>
          <p:cNvSpPr txBox="1">
            <a:spLocks/>
          </p:cNvSpPr>
          <p:nvPr/>
        </p:nvSpPr>
        <p:spPr>
          <a:xfrm>
            <a:off x="1544235" y="783391"/>
            <a:ext cx="3767661" cy="6453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1pPr>
            <a:lvl2pPr marR="0" lvl="1"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2pPr>
            <a:lvl3pPr marR="0" lvl="2"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3pPr>
            <a:lvl4pPr marR="0" lvl="3"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4pPr>
            <a:lvl5pPr marR="0" lvl="4"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5pPr>
            <a:lvl6pPr marR="0" lvl="5"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6pPr>
            <a:lvl7pPr marR="0" lvl="6"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7pPr>
            <a:lvl8pPr marR="0" lvl="7"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8pPr>
            <a:lvl9pPr marR="0" lvl="8"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9pPr>
          </a:lstStyle>
          <a:p>
            <a:r>
              <a:rPr lang="en-IN" dirty="0"/>
              <a:t>Predictions (CA)</a:t>
            </a:r>
          </a:p>
        </p:txBody>
      </p:sp>
      <p:sp>
        <p:nvSpPr>
          <p:cNvPr id="6" name="TextBox 5">
            <a:extLst>
              <a:ext uri="{FF2B5EF4-FFF2-40B4-BE49-F238E27FC236}">
                <a16:creationId xmlns:a16="http://schemas.microsoft.com/office/drawing/2014/main" id="{94609378-4519-6943-AD9A-68827646794E}"/>
              </a:ext>
            </a:extLst>
          </p:cNvPr>
          <p:cNvSpPr txBox="1"/>
          <p:nvPr/>
        </p:nvSpPr>
        <p:spPr>
          <a:xfrm>
            <a:off x="4742893" y="4390915"/>
            <a:ext cx="2796414" cy="307777"/>
          </a:xfrm>
          <a:prstGeom prst="rect">
            <a:avLst/>
          </a:prstGeom>
          <a:noFill/>
        </p:spPr>
        <p:txBody>
          <a:bodyPr wrap="square">
            <a:spAutoFit/>
          </a:bodyPr>
          <a:lstStyle/>
          <a:p>
            <a:pPr algn="ctr"/>
            <a:r>
              <a:rPr lang="en-IN" dirty="0">
                <a:solidFill>
                  <a:schemeClr val="tx1"/>
                </a:solidFill>
                <a:latin typeface="Muli"/>
              </a:rPr>
              <a:t>Prediction</a:t>
            </a:r>
          </a:p>
        </p:txBody>
      </p:sp>
      <p:pic>
        <p:nvPicPr>
          <p:cNvPr id="8" name="Picture 7">
            <a:extLst>
              <a:ext uri="{FF2B5EF4-FFF2-40B4-BE49-F238E27FC236}">
                <a16:creationId xmlns:a16="http://schemas.microsoft.com/office/drawing/2014/main" id="{19AD8FBE-F567-6AB3-408F-AE398CC7C4E0}"/>
              </a:ext>
            </a:extLst>
          </p:cNvPr>
          <p:cNvPicPr>
            <a:picLocks noChangeAspect="1"/>
          </p:cNvPicPr>
          <p:nvPr/>
        </p:nvPicPr>
        <p:blipFill>
          <a:blip r:embed="rId4"/>
          <a:stretch>
            <a:fillRect/>
          </a:stretch>
        </p:blipFill>
        <p:spPr>
          <a:xfrm>
            <a:off x="1368109" y="1856132"/>
            <a:ext cx="2796415" cy="2557204"/>
          </a:xfrm>
          <a:prstGeom prst="rect">
            <a:avLst/>
          </a:prstGeom>
        </p:spPr>
      </p:pic>
      <p:sp>
        <p:nvSpPr>
          <p:cNvPr id="9" name="TextBox 8">
            <a:extLst>
              <a:ext uri="{FF2B5EF4-FFF2-40B4-BE49-F238E27FC236}">
                <a16:creationId xmlns:a16="http://schemas.microsoft.com/office/drawing/2014/main" id="{16B64837-9B22-8CC0-8B82-6B16D165E122}"/>
              </a:ext>
            </a:extLst>
          </p:cNvPr>
          <p:cNvSpPr txBox="1"/>
          <p:nvPr/>
        </p:nvSpPr>
        <p:spPr>
          <a:xfrm>
            <a:off x="1368110" y="4408561"/>
            <a:ext cx="2796414" cy="307777"/>
          </a:xfrm>
          <a:prstGeom prst="rect">
            <a:avLst/>
          </a:prstGeom>
          <a:noFill/>
        </p:spPr>
        <p:txBody>
          <a:bodyPr wrap="square">
            <a:spAutoFit/>
          </a:bodyPr>
          <a:lstStyle/>
          <a:p>
            <a:pPr algn="ctr"/>
            <a:r>
              <a:rPr lang="en-IN" dirty="0">
                <a:solidFill>
                  <a:schemeClr val="tx1"/>
                </a:solidFill>
                <a:latin typeface="Muli"/>
              </a:rPr>
              <a:t>2021 LULC</a:t>
            </a:r>
          </a:p>
        </p:txBody>
      </p:sp>
      <p:sp>
        <p:nvSpPr>
          <p:cNvPr id="10" name="TextBox 9">
            <a:extLst>
              <a:ext uri="{FF2B5EF4-FFF2-40B4-BE49-F238E27FC236}">
                <a16:creationId xmlns:a16="http://schemas.microsoft.com/office/drawing/2014/main" id="{610E80F9-4B9B-FC50-C749-2BD9993AFC62}"/>
              </a:ext>
            </a:extLst>
          </p:cNvPr>
          <p:cNvSpPr txBox="1"/>
          <p:nvPr/>
        </p:nvSpPr>
        <p:spPr>
          <a:xfrm>
            <a:off x="1544235" y="1245353"/>
            <a:ext cx="2796414" cy="307777"/>
          </a:xfrm>
          <a:prstGeom prst="rect">
            <a:avLst/>
          </a:prstGeom>
          <a:noFill/>
        </p:spPr>
        <p:txBody>
          <a:bodyPr wrap="square">
            <a:spAutoFit/>
          </a:bodyPr>
          <a:lstStyle/>
          <a:p>
            <a:pPr algn="ctr"/>
            <a:r>
              <a:rPr lang="en-IN" dirty="0">
                <a:solidFill>
                  <a:schemeClr val="tx1"/>
                </a:solidFill>
                <a:latin typeface="Muli"/>
              </a:rPr>
              <a:t>1 Year Gap</a:t>
            </a:r>
          </a:p>
        </p:txBody>
      </p:sp>
    </p:spTree>
    <p:extLst>
      <p:ext uri="{BB962C8B-B14F-4D97-AF65-F5344CB8AC3E}">
        <p14:creationId xmlns:p14="http://schemas.microsoft.com/office/powerpoint/2010/main" val="42720493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65"/>
        <p:cNvGrpSpPr/>
        <p:nvPr/>
      </p:nvGrpSpPr>
      <p:grpSpPr>
        <a:xfrm>
          <a:off x="0" y="0"/>
          <a:ext cx="0" cy="0"/>
          <a:chOff x="0" y="0"/>
          <a:chExt cx="0" cy="0"/>
        </a:xfrm>
      </p:grpSpPr>
      <p:pic>
        <p:nvPicPr>
          <p:cNvPr id="3" name="Picture 2">
            <a:extLst>
              <a:ext uri="{FF2B5EF4-FFF2-40B4-BE49-F238E27FC236}">
                <a16:creationId xmlns:a16="http://schemas.microsoft.com/office/drawing/2014/main" id="{C7C190ED-06A0-88AF-1DD3-6A93B86B140F}"/>
              </a:ext>
            </a:extLst>
          </p:cNvPr>
          <p:cNvPicPr>
            <a:picLocks noChangeAspect="1"/>
          </p:cNvPicPr>
          <p:nvPr/>
        </p:nvPicPr>
        <p:blipFill>
          <a:blip r:embed="rId3"/>
          <a:srcRect/>
          <a:stretch/>
        </p:blipFill>
        <p:spPr>
          <a:xfrm>
            <a:off x="4753400" y="1860270"/>
            <a:ext cx="2775399" cy="2548291"/>
          </a:xfrm>
          <a:prstGeom prst="rect">
            <a:avLst/>
          </a:prstGeom>
        </p:spPr>
      </p:pic>
      <p:sp>
        <p:nvSpPr>
          <p:cNvPr id="4" name="Google Shape;430;p22">
            <a:extLst>
              <a:ext uri="{FF2B5EF4-FFF2-40B4-BE49-F238E27FC236}">
                <a16:creationId xmlns:a16="http://schemas.microsoft.com/office/drawing/2014/main" id="{678D3A35-B740-0941-96D3-7BF34A9B3111}"/>
              </a:ext>
            </a:extLst>
          </p:cNvPr>
          <p:cNvSpPr txBox="1">
            <a:spLocks/>
          </p:cNvSpPr>
          <p:nvPr/>
        </p:nvSpPr>
        <p:spPr>
          <a:xfrm>
            <a:off x="1544235" y="783391"/>
            <a:ext cx="3579197" cy="6453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1pPr>
            <a:lvl2pPr marR="0" lvl="1"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2pPr>
            <a:lvl3pPr marR="0" lvl="2"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3pPr>
            <a:lvl4pPr marR="0" lvl="3"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4pPr>
            <a:lvl5pPr marR="0" lvl="4"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5pPr>
            <a:lvl6pPr marR="0" lvl="5"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6pPr>
            <a:lvl7pPr marR="0" lvl="6"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7pPr>
            <a:lvl8pPr marR="0" lvl="7"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8pPr>
            <a:lvl9pPr marR="0" lvl="8"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9pPr>
          </a:lstStyle>
          <a:p>
            <a:r>
              <a:rPr lang="en-IN" dirty="0"/>
              <a:t>Predictions (CA)</a:t>
            </a:r>
          </a:p>
        </p:txBody>
      </p:sp>
      <p:sp>
        <p:nvSpPr>
          <p:cNvPr id="6" name="TextBox 5">
            <a:extLst>
              <a:ext uri="{FF2B5EF4-FFF2-40B4-BE49-F238E27FC236}">
                <a16:creationId xmlns:a16="http://schemas.microsoft.com/office/drawing/2014/main" id="{94609378-4519-6943-AD9A-68827646794E}"/>
              </a:ext>
            </a:extLst>
          </p:cNvPr>
          <p:cNvSpPr txBox="1"/>
          <p:nvPr/>
        </p:nvSpPr>
        <p:spPr>
          <a:xfrm>
            <a:off x="4742893" y="4390915"/>
            <a:ext cx="2796414" cy="307777"/>
          </a:xfrm>
          <a:prstGeom prst="rect">
            <a:avLst/>
          </a:prstGeom>
          <a:noFill/>
        </p:spPr>
        <p:txBody>
          <a:bodyPr wrap="square">
            <a:spAutoFit/>
          </a:bodyPr>
          <a:lstStyle/>
          <a:p>
            <a:pPr algn="ctr"/>
            <a:r>
              <a:rPr lang="en-IN" dirty="0">
                <a:solidFill>
                  <a:schemeClr val="tx1"/>
                </a:solidFill>
                <a:latin typeface="Muli"/>
              </a:rPr>
              <a:t>Prediction</a:t>
            </a:r>
          </a:p>
        </p:txBody>
      </p:sp>
      <p:pic>
        <p:nvPicPr>
          <p:cNvPr id="8" name="Picture 7">
            <a:extLst>
              <a:ext uri="{FF2B5EF4-FFF2-40B4-BE49-F238E27FC236}">
                <a16:creationId xmlns:a16="http://schemas.microsoft.com/office/drawing/2014/main" id="{19AD8FBE-F567-6AB3-408F-AE398CC7C4E0}"/>
              </a:ext>
            </a:extLst>
          </p:cNvPr>
          <p:cNvPicPr>
            <a:picLocks noChangeAspect="1"/>
          </p:cNvPicPr>
          <p:nvPr/>
        </p:nvPicPr>
        <p:blipFill>
          <a:blip r:embed="rId4"/>
          <a:srcRect/>
          <a:stretch/>
        </p:blipFill>
        <p:spPr>
          <a:xfrm>
            <a:off x="1368109" y="1865952"/>
            <a:ext cx="2796415" cy="2545840"/>
          </a:xfrm>
          <a:prstGeom prst="rect">
            <a:avLst/>
          </a:prstGeom>
        </p:spPr>
      </p:pic>
      <p:sp>
        <p:nvSpPr>
          <p:cNvPr id="9" name="TextBox 8">
            <a:extLst>
              <a:ext uri="{FF2B5EF4-FFF2-40B4-BE49-F238E27FC236}">
                <a16:creationId xmlns:a16="http://schemas.microsoft.com/office/drawing/2014/main" id="{16B64837-9B22-8CC0-8B82-6B16D165E122}"/>
              </a:ext>
            </a:extLst>
          </p:cNvPr>
          <p:cNvSpPr txBox="1"/>
          <p:nvPr/>
        </p:nvSpPr>
        <p:spPr>
          <a:xfrm>
            <a:off x="1368110" y="4408561"/>
            <a:ext cx="2796414" cy="307777"/>
          </a:xfrm>
          <a:prstGeom prst="rect">
            <a:avLst/>
          </a:prstGeom>
          <a:noFill/>
        </p:spPr>
        <p:txBody>
          <a:bodyPr wrap="square">
            <a:spAutoFit/>
          </a:bodyPr>
          <a:lstStyle/>
          <a:p>
            <a:pPr algn="ctr"/>
            <a:r>
              <a:rPr lang="en-IN" dirty="0">
                <a:solidFill>
                  <a:schemeClr val="tx1"/>
                </a:solidFill>
                <a:latin typeface="Muli"/>
              </a:rPr>
              <a:t>2022 LULC</a:t>
            </a:r>
          </a:p>
        </p:txBody>
      </p:sp>
      <p:sp>
        <p:nvSpPr>
          <p:cNvPr id="2" name="TextBox 1">
            <a:extLst>
              <a:ext uri="{FF2B5EF4-FFF2-40B4-BE49-F238E27FC236}">
                <a16:creationId xmlns:a16="http://schemas.microsoft.com/office/drawing/2014/main" id="{E4416A2F-58FF-28F6-D62A-09D1B2B965B4}"/>
              </a:ext>
            </a:extLst>
          </p:cNvPr>
          <p:cNvSpPr txBox="1"/>
          <p:nvPr/>
        </p:nvSpPr>
        <p:spPr>
          <a:xfrm>
            <a:off x="1544235" y="1245353"/>
            <a:ext cx="2796414" cy="307777"/>
          </a:xfrm>
          <a:prstGeom prst="rect">
            <a:avLst/>
          </a:prstGeom>
          <a:noFill/>
        </p:spPr>
        <p:txBody>
          <a:bodyPr wrap="square">
            <a:spAutoFit/>
          </a:bodyPr>
          <a:lstStyle/>
          <a:p>
            <a:pPr algn="ctr"/>
            <a:r>
              <a:rPr lang="en-IN" dirty="0">
                <a:solidFill>
                  <a:schemeClr val="tx1"/>
                </a:solidFill>
                <a:latin typeface="Muli"/>
              </a:rPr>
              <a:t>1 Year Gap</a:t>
            </a:r>
          </a:p>
        </p:txBody>
      </p:sp>
    </p:spTree>
    <p:extLst>
      <p:ext uri="{BB962C8B-B14F-4D97-AF65-F5344CB8AC3E}">
        <p14:creationId xmlns:p14="http://schemas.microsoft.com/office/powerpoint/2010/main" val="6136563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65"/>
        <p:cNvGrpSpPr/>
        <p:nvPr/>
      </p:nvGrpSpPr>
      <p:grpSpPr>
        <a:xfrm>
          <a:off x="0" y="0"/>
          <a:ext cx="0" cy="0"/>
          <a:chOff x="0" y="0"/>
          <a:chExt cx="0" cy="0"/>
        </a:xfrm>
      </p:grpSpPr>
      <p:pic>
        <p:nvPicPr>
          <p:cNvPr id="3" name="Picture 2">
            <a:extLst>
              <a:ext uri="{FF2B5EF4-FFF2-40B4-BE49-F238E27FC236}">
                <a16:creationId xmlns:a16="http://schemas.microsoft.com/office/drawing/2014/main" id="{C7C190ED-06A0-88AF-1DD3-6A93B86B140F}"/>
              </a:ext>
            </a:extLst>
          </p:cNvPr>
          <p:cNvPicPr>
            <a:picLocks noChangeAspect="1"/>
          </p:cNvPicPr>
          <p:nvPr/>
        </p:nvPicPr>
        <p:blipFill>
          <a:blip r:embed="rId3"/>
          <a:srcRect/>
          <a:stretch/>
        </p:blipFill>
        <p:spPr>
          <a:xfrm>
            <a:off x="4742893" y="1860457"/>
            <a:ext cx="2796414" cy="2547917"/>
          </a:xfrm>
          <a:prstGeom prst="rect">
            <a:avLst/>
          </a:prstGeom>
        </p:spPr>
      </p:pic>
      <p:sp>
        <p:nvSpPr>
          <p:cNvPr id="4" name="Google Shape;430;p22">
            <a:extLst>
              <a:ext uri="{FF2B5EF4-FFF2-40B4-BE49-F238E27FC236}">
                <a16:creationId xmlns:a16="http://schemas.microsoft.com/office/drawing/2014/main" id="{678D3A35-B740-0941-96D3-7BF34A9B3111}"/>
              </a:ext>
            </a:extLst>
          </p:cNvPr>
          <p:cNvSpPr txBox="1">
            <a:spLocks/>
          </p:cNvSpPr>
          <p:nvPr/>
        </p:nvSpPr>
        <p:spPr>
          <a:xfrm>
            <a:off x="1544235" y="783391"/>
            <a:ext cx="3767661" cy="6453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1pPr>
            <a:lvl2pPr marR="0" lvl="1"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2pPr>
            <a:lvl3pPr marR="0" lvl="2"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3pPr>
            <a:lvl4pPr marR="0" lvl="3"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4pPr>
            <a:lvl5pPr marR="0" lvl="4"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5pPr>
            <a:lvl6pPr marR="0" lvl="5"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6pPr>
            <a:lvl7pPr marR="0" lvl="6"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7pPr>
            <a:lvl8pPr marR="0" lvl="7"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8pPr>
            <a:lvl9pPr marR="0" lvl="8"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9pPr>
          </a:lstStyle>
          <a:p>
            <a:r>
              <a:rPr lang="en-IN" dirty="0"/>
              <a:t>Predictions (CA)</a:t>
            </a:r>
          </a:p>
        </p:txBody>
      </p:sp>
      <p:sp>
        <p:nvSpPr>
          <p:cNvPr id="6" name="TextBox 5">
            <a:extLst>
              <a:ext uri="{FF2B5EF4-FFF2-40B4-BE49-F238E27FC236}">
                <a16:creationId xmlns:a16="http://schemas.microsoft.com/office/drawing/2014/main" id="{94609378-4519-6943-AD9A-68827646794E}"/>
              </a:ext>
            </a:extLst>
          </p:cNvPr>
          <p:cNvSpPr txBox="1"/>
          <p:nvPr/>
        </p:nvSpPr>
        <p:spPr>
          <a:xfrm>
            <a:off x="4742893" y="4390915"/>
            <a:ext cx="2796414" cy="307777"/>
          </a:xfrm>
          <a:prstGeom prst="rect">
            <a:avLst/>
          </a:prstGeom>
          <a:noFill/>
        </p:spPr>
        <p:txBody>
          <a:bodyPr wrap="square">
            <a:spAutoFit/>
          </a:bodyPr>
          <a:lstStyle/>
          <a:p>
            <a:pPr algn="ctr"/>
            <a:r>
              <a:rPr lang="en-IN" dirty="0">
                <a:solidFill>
                  <a:schemeClr val="tx1"/>
                </a:solidFill>
                <a:latin typeface="Muli"/>
              </a:rPr>
              <a:t>Prediction</a:t>
            </a:r>
          </a:p>
        </p:txBody>
      </p:sp>
      <p:pic>
        <p:nvPicPr>
          <p:cNvPr id="8" name="Picture 7">
            <a:extLst>
              <a:ext uri="{FF2B5EF4-FFF2-40B4-BE49-F238E27FC236}">
                <a16:creationId xmlns:a16="http://schemas.microsoft.com/office/drawing/2014/main" id="{19AD8FBE-F567-6AB3-408F-AE398CC7C4E0}"/>
              </a:ext>
            </a:extLst>
          </p:cNvPr>
          <p:cNvPicPr>
            <a:picLocks noChangeAspect="1"/>
          </p:cNvPicPr>
          <p:nvPr/>
        </p:nvPicPr>
        <p:blipFill>
          <a:blip r:embed="rId4"/>
          <a:stretch>
            <a:fillRect/>
          </a:stretch>
        </p:blipFill>
        <p:spPr>
          <a:xfrm>
            <a:off x="1368109" y="1856132"/>
            <a:ext cx="2796415" cy="2557204"/>
          </a:xfrm>
          <a:prstGeom prst="rect">
            <a:avLst/>
          </a:prstGeom>
        </p:spPr>
      </p:pic>
      <p:sp>
        <p:nvSpPr>
          <p:cNvPr id="9" name="TextBox 8">
            <a:extLst>
              <a:ext uri="{FF2B5EF4-FFF2-40B4-BE49-F238E27FC236}">
                <a16:creationId xmlns:a16="http://schemas.microsoft.com/office/drawing/2014/main" id="{16B64837-9B22-8CC0-8B82-6B16D165E122}"/>
              </a:ext>
            </a:extLst>
          </p:cNvPr>
          <p:cNvSpPr txBox="1"/>
          <p:nvPr/>
        </p:nvSpPr>
        <p:spPr>
          <a:xfrm>
            <a:off x="1368110" y="4408561"/>
            <a:ext cx="2796414" cy="307777"/>
          </a:xfrm>
          <a:prstGeom prst="rect">
            <a:avLst/>
          </a:prstGeom>
          <a:noFill/>
        </p:spPr>
        <p:txBody>
          <a:bodyPr wrap="square">
            <a:spAutoFit/>
          </a:bodyPr>
          <a:lstStyle/>
          <a:p>
            <a:pPr algn="ctr"/>
            <a:r>
              <a:rPr lang="en-IN" dirty="0">
                <a:solidFill>
                  <a:schemeClr val="tx1"/>
                </a:solidFill>
                <a:latin typeface="Muli"/>
              </a:rPr>
              <a:t>2021 LULC</a:t>
            </a:r>
          </a:p>
        </p:txBody>
      </p:sp>
      <p:sp>
        <p:nvSpPr>
          <p:cNvPr id="10" name="TextBox 9">
            <a:extLst>
              <a:ext uri="{FF2B5EF4-FFF2-40B4-BE49-F238E27FC236}">
                <a16:creationId xmlns:a16="http://schemas.microsoft.com/office/drawing/2014/main" id="{610E80F9-4B9B-FC50-C749-2BD9993AFC62}"/>
              </a:ext>
            </a:extLst>
          </p:cNvPr>
          <p:cNvSpPr txBox="1"/>
          <p:nvPr/>
        </p:nvSpPr>
        <p:spPr>
          <a:xfrm>
            <a:off x="1544235" y="1245353"/>
            <a:ext cx="2796414" cy="307777"/>
          </a:xfrm>
          <a:prstGeom prst="rect">
            <a:avLst/>
          </a:prstGeom>
          <a:noFill/>
        </p:spPr>
        <p:txBody>
          <a:bodyPr wrap="square">
            <a:spAutoFit/>
          </a:bodyPr>
          <a:lstStyle/>
          <a:p>
            <a:pPr algn="ctr"/>
            <a:r>
              <a:rPr lang="en-IN" dirty="0">
                <a:solidFill>
                  <a:schemeClr val="tx1"/>
                </a:solidFill>
                <a:latin typeface="Muli"/>
              </a:rPr>
              <a:t>2 Year Gap</a:t>
            </a:r>
          </a:p>
        </p:txBody>
      </p:sp>
    </p:spTree>
    <p:extLst>
      <p:ext uri="{BB962C8B-B14F-4D97-AF65-F5344CB8AC3E}">
        <p14:creationId xmlns:p14="http://schemas.microsoft.com/office/powerpoint/2010/main" val="4160264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65"/>
        <p:cNvGrpSpPr/>
        <p:nvPr/>
      </p:nvGrpSpPr>
      <p:grpSpPr>
        <a:xfrm>
          <a:off x="0" y="0"/>
          <a:ext cx="0" cy="0"/>
          <a:chOff x="0" y="0"/>
          <a:chExt cx="0" cy="0"/>
        </a:xfrm>
      </p:grpSpPr>
      <p:pic>
        <p:nvPicPr>
          <p:cNvPr id="3" name="Picture 2">
            <a:extLst>
              <a:ext uri="{FF2B5EF4-FFF2-40B4-BE49-F238E27FC236}">
                <a16:creationId xmlns:a16="http://schemas.microsoft.com/office/drawing/2014/main" id="{C7C190ED-06A0-88AF-1DD3-6A93B86B140F}"/>
              </a:ext>
            </a:extLst>
          </p:cNvPr>
          <p:cNvPicPr>
            <a:picLocks noChangeAspect="1"/>
          </p:cNvPicPr>
          <p:nvPr/>
        </p:nvPicPr>
        <p:blipFill>
          <a:blip r:embed="rId3"/>
          <a:srcRect/>
          <a:stretch/>
        </p:blipFill>
        <p:spPr>
          <a:xfrm>
            <a:off x="4753992" y="1860270"/>
            <a:ext cx="2774214" cy="2548291"/>
          </a:xfrm>
          <a:prstGeom prst="rect">
            <a:avLst/>
          </a:prstGeom>
        </p:spPr>
      </p:pic>
      <p:sp>
        <p:nvSpPr>
          <p:cNvPr id="4" name="Google Shape;430;p22">
            <a:extLst>
              <a:ext uri="{FF2B5EF4-FFF2-40B4-BE49-F238E27FC236}">
                <a16:creationId xmlns:a16="http://schemas.microsoft.com/office/drawing/2014/main" id="{678D3A35-B740-0941-96D3-7BF34A9B3111}"/>
              </a:ext>
            </a:extLst>
          </p:cNvPr>
          <p:cNvSpPr txBox="1">
            <a:spLocks/>
          </p:cNvSpPr>
          <p:nvPr/>
        </p:nvSpPr>
        <p:spPr>
          <a:xfrm>
            <a:off x="1544235" y="783391"/>
            <a:ext cx="3579197" cy="6453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1pPr>
            <a:lvl2pPr marR="0" lvl="1"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2pPr>
            <a:lvl3pPr marR="0" lvl="2"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3pPr>
            <a:lvl4pPr marR="0" lvl="3"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4pPr>
            <a:lvl5pPr marR="0" lvl="4"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5pPr>
            <a:lvl6pPr marR="0" lvl="5"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6pPr>
            <a:lvl7pPr marR="0" lvl="6"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7pPr>
            <a:lvl8pPr marR="0" lvl="7"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8pPr>
            <a:lvl9pPr marR="0" lvl="8"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9pPr>
          </a:lstStyle>
          <a:p>
            <a:r>
              <a:rPr lang="en-IN" dirty="0"/>
              <a:t>Predictions (CA)</a:t>
            </a:r>
          </a:p>
        </p:txBody>
      </p:sp>
      <p:sp>
        <p:nvSpPr>
          <p:cNvPr id="6" name="TextBox 5">
            <a:extLst>
              <a:ext uri="{FF2B5EF4-FFF2-40B4-BE49-F238E27FC236}">
                <a16:creationId xmlns:a16="http://schemas.microsoft.com/office/drawing/2014/main" id="{94609378-4519-6943-AD9A-68827646794E}"/>
              </a:ext>
            </a:extLst>
          </p:cNvPr>
          <p:cNvSpPr txBox="1"/>
          <p:nvPr/>
        </p:nvSpPr>
        <p:spPr>
          <a:xfrm>
            <a:off x="4742893" y="4390915"/>
            <a:ext cx="2796414" cy="307777"/>
          </a:xfrm>
          <a:prstGeom prst="rect">
            <a:avLst/>
          </a:prstGeom>
          <a:noFill/>
        </p:spPr>
        <p:txBody>
          <a:bodyPr wrap="square">
            <a:spAutoFit/>
          </a:bodyPr>
          <a:lstStyle/>
          <a:p>
            <a:pPr algn="ctr"/>
            <a:r>
              <a:rPr lang="en-IN" dirty="0">
                <a:solidFill>
                  <a:schemeClr val="tx1"/>
                </a:solidFill>
                <a:latin typeface="Muli"/>
              </a:rPr>
              <a:t>Prediction</a:t>
            </a:r>
          </a:p>
        </p:txBody>
      </p:sp>
      <p:pic>
        <p:nvPicPr>
          <p:cNvPr id="8" name="Picture 7">
            <a:extLst>
              <a:ext uri="{FF2B5EF4-FFF2-40B4-BE49-F238E27FC236}">
                <a16:creationId xmlns:a16="http://schemas.microsoft.com/office/drawing/2014/main" id="{19AD8FBE-F567-6AB3-408F-AE398CC7C4E0}"/>
              </a:ext>
            </a:extLst>
          </p:cNvPr>
          <p:cNvPicPr>
            <a:picLocks noChangeAspect="1"/>
          </p:cNvPicPr>
          <p:nvPr/>
        </p:nvPicPr>
        <p:blipFill>
          <a:blip r:embed="rId4"/>
          <a:srcRect/>
          <a:stretch/>
        </p:blipFill>
        <p:spPr>
          <a:xfrm>
            <a:off x="1368109" y="1865952"/>
            <a:ext cx="2796415" cy="2545840"/>
          </a:xfrm>
          <a:prstGeom prst="rect">
            <a:avLst/>
          </a:prstGeom>
        </p:spPr>
      </p:pic>
      <p:sp>
        <p:nvSpPr>
          <p:cNvPr id="9" name="TextBox 8">
            <a:extLst>
              <a:ext uri="{FF2B5EF4-FFF2-40B4-BE49-F238E27FC236}">
                <a16:creationId xmlns:a16="http://schemas.microsoft.com/office/drawing/2014/main" id="{16B64837-9B22-8CC0-8B82-6B16D165E122}"/>
              </a:ext>
            </a:extLst>
          </p:cNvPr>
          <p:cNvSpPr txBox="1"/>
          <p:nvPr/>
        </p:nvSpPr>
        <p:spPr>
          <a:xfrm>
            <a:off x="1368110" y="4408561"/>
            <a:ext cx="2796414" cy="307777"/>
          </a:xfrm>
          <a:prstGeom prst="rect">
            <a:avLst/>
          </a:prstGeom>
          <a:noFill/>
        </p:spPr>
        <p:txBody>
          <a:bodyPr wrap="square">
            <a:spAutoFit/>
          </a:bodyPr>
          <a:lstStyle/>
          <a:p>
            <a:pPr algn="ctr"/>
            <a:r>
              <a:rPr lang="en-IN" dirty="0">
                <a:solidFill>
                  <a:schemeClr val="tx1"/>
                </a:solidFill>
                <a:latin typeface="Muli"/>
              </a:rPr>
              <a:t>2022 LULC</a:t>
            </a:r>
          </a:p>
        </p:txBody>
      </p:sp>
      <p:sp>
        <p:nvSpPr>
          <p:cNvPr id="2" name="TextBox 1">
            <a:extLst>
              <a:ext uri="{FF2B5EF4-FFF2-40B4-BE49-F238E27FC236}">
                <a16:creationId xmlns:a16="http://schemas.microsoft.com/office/drawing/2014/main" id="{E4416A2F-58FF-28F6-D62A-09D1B2B965B4}"/>
              </a:ext>
            </a:extLst>
          </p:cNvPr>
          <p:cNvSpPr txBox="1"/>
          <p:nvPr/>
        </p:nvSpPr>
        <p:spPr>
          <a:xfrm>
            <a:off x="1544235" y="1245353"/>
            <a:ext cx="2796414" cy="307777"/>
          </a:xfrm>
          <a:prstGeom prst="rect">
            <a:avLst/>
          </a:prstGeom>
          <a:noFill/>
        </p:spPr>
        <p:txBody>
          <a:bodyPr wrap="square">
            <a:spAutoFit/>
          </a:bodyPr>
          <a:lstStyle/>
          <a:p>
            <a:pPr algn="ctr"/>
            <a:r>
              <a:rPr lang="en-IN" dirty="0">
                <a:solidFill>
                  <a:schemeClr val="tx1"/>
                </a:solidFill>
                <a:latin typeface="Muli"/>
              </a:rPr>
              <a:t>2 Year Gap</a:t>
            </a:r>
          </a:p>
        </p:txBody>
      </p:sp>
    </p:spTree>
    <p:extLst>
      <p:ext uri="{BB962C8B-B14F-4D97-AF65-F5344CB8AC3E}">
        <p14:creationId xmlns:p14="http://schemas.microsoft.com/office/powerpoint/2010/main" val="32839805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65"/>
        <p:cNvGrpSpPr/>
        <p:nvPr/>
      </p:nvGrpSpPr>
      <p:grpSpPr>
        <a:xfrm>
          <a:off x="0" y="0"/>
          <a:ext cx="0" cy="0"/>
          <a:chOff x="0" y="0"/>
          <a:chExt cx="0" cy="0"/>
        </a:xfrm>
      </p:grpSpPr>
      <p:pic>
        <p:nvPicPr>
          <p:cNvPr id="3" name="Picture 2">
            <a:extLst>
              <a:ext uri="{FF2B5EF4-FFF2-40B4-BE49-F238E27FC236}">
                <a16:creationId xmlns:a16="http://schemas.microsoft.com/office/drawing/2014/main" id="{C7C190ED-06A0-88AF-1DD3-6A93B86B140F}"/>
              </a:ext>
            </a:extLst>
          </p:cNvPr>
          <p:cNvPicPr>
            <a:picLocks noChangeAspect="1"/>
          </p:cNvPicPr>
          <p:nvPr/>
        </p:nvPicPr>
        <p:blipFill>
          <a:blip r:embed="rId3"/>
          <a:srcRect/>
          <a:stretch/>
        </p:blipFill>
        <p:spPr>
          <a:xfrm>
            <a:off x="4749367" y="1860457"/>
            <a:ext cx="2783466" cy="2547917"/>
          </a:xfrm>
          <a:prstGeom prst="rect">
            <a:avLst/>
          </a:prstGeom>
        </p:spPr>
      </p:pic>
      <p:sp>
        <p:nvSpPr>
          <p:cNvPr id="4" name="Google Shape;430;p22">
            <a:extLst>
              <a:ext uri="{FF2B5EF4-FFF2-40B4-BE49-F238E27FC236}">
                <a16:creationId xmlns:a16="http://schemas.microsoft.com/office/drawing/2014/main" id="{678D3A35-B740-0941-96D3-7BF34A9B3111}"/>
              </a:ext>
            </a:extLst>
          </p:cNvPr>
          <p:cNvSpPr txBox="1">
            <a:spLocks/>
          </p:cNvSpPr>
          <p:nvPr/>
        </p:nvSpPr>
        <p:spPr>
          <a:xfrm>
            <a:off x="1544235" y="783391"/>
            <a:ext cx="4814684" cy="6453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1pPr>
            <a:lvl2pPr marR="0" lvl="1"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2pPr>
            <a:lvl3pPr marR="0" lvl="2"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3pPr>
            <a:lvl4pPr marR="0" lvl="3"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4pPr>
            <a:lvl5pPr marR="0" lvl="4"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5pPr>
            <a:lvl6pPr marR="0" lvl="5"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6pPr>
            <a:lvl7pPr marR="0" lvl="6"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7pPr>
            <a:lvl8pPr marR="0" lvl="7"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8pPr>
            <a:lvl9pPr marR="0" lvl="8"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9pPr>
          </a:lstStyle>
          <a:p>
            <a:r>
              <a:rPr lang="en-IN" dirty="0"/>
              <a:t>Predictions (</a:t>
            </a:r>
            <a:r>
              <a:rPr lang="en-IN" dirty="0" err="1"/>
              <a:t>Molusce</a:t>
            </a:r>
            <a:r>
              <a:rPr lang="en-IN" dirty="0"/>
              <a:t>)</a:t>
            </a:r>
          </a:p>
        </p:txBody>
      </p:sp>
      <p:sp>
        <p:nvSpPr>
          <p:cNvPr id="6" name="TextBox 5">
            <a:extLst>
              <a:ext uri="{FF2B5EF4-FFF2-40B4-BE49-F238E27FC236}">
                <a16:creationId xmlns:a16="http://schemas.microsoft.com/office/drawing/2014/main" id="{94609378-4519-6943-AD9A-68827646794E}"/>
              </a:ext>
            </a:extLst>
          </p:cNvPr>
          <p:cNvSpPr txBox="1"/>
          <p:nvPr/>
        </p:nvSpPr>
        <p:spPr>
          <a:xfrm>
            <a:off x="4742893" y="4390915"/>
            <a:ext cx="2796414" cy="307777"/>
          </a:xfrm>
          <a:prstGeom prst="rect">
            <a:avLst/>
          </a:prstGeom>
          <a:noFill/>
        </p:spPr>
        <p:txBody>
          <a:bodyPr wrap="square">
            <a:spAutoFit/>
          </a:bodyPr>
          <a:lstStyle/>
          <a:p>
            <a:pPr algn="ctr"/>
            <a:r>
              <a:rPr lang="en-IN" dirty="0">
                <a:solidFill>
                  <a:schemeClr val="tx1"/>
                </a:solidFill>
                <a:latin typeface="Muli"/>
              </a:rPr>
              <a:t>Prediction</a:t>
            </a:r>
          </a:p>
        </p:txBody>
      </p:sp>
      <p:pic>
        <p:nvPicPr>
          <p:cNvPr id="8" name="Picture 7">
            <a:extLst>
              <a:ext uri="{FF2B5EF4-FFF2-40B4-BE49-F238E27FC236}">
                <a16:creationId xmlns:a16="http://schemas.microsoft.com/office/drawing/2014/main" id="{19AD8FBE-F567-6AB3-408F-AE398CC7C4E0}"/>
              </a:ext>
            </a:extLst>
          </p:cNvPr>
          <p:cNvPicPr>
            <a:picLocks noChangeAspect="1"/>
          </p:cNvPicPr>
          <p:nvPr/>
        </p:nvPicPr>
        <p:blipFill>
          <a:blip r:embed="rId4"/>
          <a:stretch>
            <a:fillRect/>
          </a:stretch>
        </p:blipFill>
        <p:spPr>
          <a:xfrm>
            <a:off x="1368109" y="1856132"/>
            <a:ext cx="2796415" cy="2557204"/>
          </a:xfrm>
          <a:prstGeom prst="rect">
            <a:avLst/>
          </a:prstGeom>
        </p:spPr>
      </p:pic>
      <p:sp>
        <p:nvSpPr>
          <p:cNvPr id="9" name="TextBox 8">
            <a:extLst>
              <a:ext uri="{FF2B5EF4-FFF2-40B4-BE49-F238E27FC236}">
                <a16:creationId xmlns:a16="http://schemas.microsoft.com/office/drawing/2014/main" id="{16B64837-9B22-8CC0-8B82-6B16D165E122}"/>
              </a:ext>
            </a:extLst>
          </p:cNvPr>
          <p:cNvSpPr txBox="1"/>
          <p:nvPr/>
        </p:nvSpPr>
        <p:spPr>
          <a:xfrm>
            <a:off x="1368110" y="4408561"/>
            <a:ext cx="2796414" cy="307777"/>
          </a:xfrm>
          <a:prstGeom prst="rect">
            <a:avLst/>
          </a:prstGeom>
          <a:noFill/>
        </p:spPr>
        <p:txBody>
          <a:bodyPr wrap="square">
            <a:spAutoFit/>
          </a:bodyPr>
          <a:lstStyle/>
          <a:p>
            <a:pPr algn="ctr"/>
            <a:r>
              <a:rPr lang="en-IN" dirty="0">
                <a:solidFill>
                  <a:schemeClr val="tx1"/>
                </a:solidFill>
                <a:latin typeface="Muli"/>
              </a:rPr>
              <a:t>2021 LULC</a:t>
            </a:r>
          </a:p>
        </p:txBody>
      </p:sp>
    </p:spTree>
    <p:extLst>
      <p:ext uri="{BB962C8B-B14F-4D97-AF65-F5344CB8AC3E}">
        <p14:creationId xmlns:p14="http://schemas.microsoft.com/office/powerpoint/2010/main" val="30038657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65"/>
        <p:cNvGrpSpPr/>
        <p:nvPr/>
      </p:nvGrpSpPr>
      <p:grpSpPr>
        <a:xfrm>
          <a:off x="0" y="0"/>
          <a:ext cx="0" cy="0"/>
          <a:chOff x="0" y="0"/>
          <a:chExt cx="0" cy="0"/>
        </a:xfrm>
      </p:grpSpPr>
      <p:pic>
        <p:nvPicPr>
          <p:cNvPr id="3" name="Picture 2">
            <a:extLst>
              <a:ext uri="{FF2B5EF4-FFF2-40B4-BE49-F238E27FC236}">
                <a16:creationId xmlns:a16="http://schemas.microsoft.com/office/drawing/2014/main" id="{C7C190ED-06A0-88AF-1DD3-6A93B86B140F}"/>
              </a:ext>
            </a:extLst>
          </p:cNvPr>
          <p:cNvPicPr>
            <a:picLocks noChangeAspect="1"/>
          </p:cNvPicPr>
          <p:nvPr/>
        </p:nvPicPr>
        <p:blipFill>
          <a:blip r:embed="rId3"/>
          <a:srcRect/>
          <a:stretch/>
        </p:blipFill>
        <p:spPr>
          <a:xfrm>
            <a:off x="4753992" y="1867855"/>
            <a:ext cx="2774214" cy="2533121"/>
          </a:xfrm>
          <a:prstGeom prst="rect">
            <a:avLst/>
          </a:prstGeom>
        </p:spPr>
      </p:pic>
      <p:sp>
        <p:nvSpPr>
          <p:cNvPr id="4" name="Google Shape;430;p22">
            <a:extLst>
              <a:ext uri="{FF2B5EF4-FFF2-40B4-BE49-F238E27FC236}">
                <a16:creationId xmlns:a16="http://schemas.microsoft.com/office/drawing/2014/main" id="{678D3A35-B740-0941-96D3-7BF34A9B3111}"/>
              </a:ext>
            </a:extLst>
          </p:cNvPr>
          <p:cNvSpPr txBox="1">
            <a:spLocks/>
          </p:cNvSpPr>
          <p:nvPr/>
        </p:nvSpPr>
        <p:spPr>
          <a:xfrm>
            <a:off x="1544234" y="783391"/>
            <a:ext cx="4968247" cy="6453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1pPr>
            <a:lvl2pPr marR="0" lvl="1"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2pPr>
            <a:lvl3pPr marR="0" lvl="2"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3pPr>
            <a:lvl4pPr marR="0" lvl="3"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4pPr>
            <a:lvl5pPr marR="0" lvl="4"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5pPr>
            <a:lvl6pPr marR="0" lvl="5"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6pPr>
            <a:lvl7pPr marR="0" lvl="6"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7pPr>
            <a:lvl8pPr marR="0" lvl="7"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8pPr>
            <a:lvl9pPr marR="0" lvl="8" algn="l" rtl="0">
              <a:lnSpc>
                <a:spcPct val="100000"/>
              </a:lnSpc>
              <a:spcBef>
                <a:spcPts val="0"/>
              </a:spcBef>
              <a:spcAft>
                <a:spcPts val="0"/>
              </a:spcAft>
              <a:buClr>
                <a:srgbClr val="19BBD5"/>
              </a:buClr>
              <a:buSzPts val="4000"/>
              <a:buFont typeface="Nixie One"/>
              <a:buNone/>
              <a:defRPr sz="4000" b="0" i="0" u="none" strike="noStrike" cap="none">
                <a:solidFill>
                  <a:srgbClr val="19BBD5"/>
                </a:solidFill>
                <a:latin typeface="Nixie One"/>
                <a:ea typeface="Nixie One"/>
                <a:cs typeface="Nixie One"/>
                <a:sym typeface="Nixie One"/>
              </a:defRPr>
            </a:lvl9pPr>
          </a:lstStyle>
          <a:p>
            <a:r>
              <a:rPr lang="en-IN" dirty="0"/>
              <a:t>Predictions (</a:t>
            </a:r>
            <a:r>
              <a:rPr lang="en-IN" dirty="0" err="1"/>
              <a:t>Molusce</a:t>
            </a:r>
            <a:r>
              <a:rPr lang="en-IN" dirty="0"/>
              <a:t>)</a:t>
            </a:r>
          </a:p>
        </p:txBody>
      </p:sp>
      <p:sp>
        <p:nvSpPr>
          <p:cNvPr id="6" name="TextBox 5">
            <a:extLst>
              <a:ext uri="{FF2B5EF4-FFF2-40B4-BE49-F238E27FC236}">
                <a16:creationId xmlns:a16="http://schemas.microsoft.com/office/drawing/2014/main" id="{94609378-4519-6943-AD9A-68827646794E}"/>
              </a:ext>
            </a:extLst>
          </p:cNvPr>
          <p:cNvSpPr txBox="1"/>
          <p:nvPr/>
        </p:nvSpPr>
        <p:spPr>
          <a:xfrm>
            <a:off x="4742893" y="4390915"/>
            <a:ext cx="2796414" cy="307777"/>
          </a:xfrm>
          <a:prstGeom prst="rect">
            <a:avLst/>
          </a:prstGeom>
          <a:noFill/>
        </p:spPr>
        <p:txBody>
          <a:bodyPr wrap="square">
            <a:spAutoFit/>
          </a:bodyPr>
          <a:lstStyle/>
          <a:p>
            <a:pPr algn="ctr"/>
            <a:r>
              <a:rPr lang="en-IN" dirty="0">
                <a:solidFill>
                  <a:schemeClr val="tx1"/>
                </a:solidFill>
                <a:latin typeface="Muli"/>
              </a:rPr>
              <a:t>Prediction</a:t>
            </a:r>
          </a:p>
        </p:txBody>
      </p:sp>
      <p:pic>
        <p:nvPicPr>
          <p:cNvPr id="8" name="Picture 7">
            <a:extLst>
              <a:ext uri="{FF2B5EF4-FFF2-40B4-BE49-F238E27FC236}">
                <a16:creationId xmlns:a16="http://schemas.microsoft.com/office/drawing/2014/main" id="{19AD8FBE-F567-6AB3-408F-AE398CC7C4E0}"/>
              </a:ext>
            </a:extLst>
          </p:cNvPr>
          <p:cNvPicPr>
            <a:picLocks noChangeAspect="1"/>
          </p:cNvPicPr>
          <p:nvPr/>
        </p:nvPicPr>
        <p:blipFill>
          <a:blip r:embed="rId4"/>
          <a:srcRect/>
          <a:stretch/>
        </p:blipFill>
        <p:spPr>
          <a:xfrm>
            <a:off x="1368109" y="1865952"/>
            <a:ext cx="2796415" cy="2545840"/>
          </a:xfrm>
          <a:prstGeom prst="rect">
            <a:avLst/>
          </a:prstGeom>
        </p:spPr>
      </p:pic>
      <p:sp>
        <p:nvSpPr>
          <p:cNvPr id="9" name="TextBox 8">
            <a:extLst>
              <a:ext uri="{FF2B5EF4-FFF2-40B4-BE49-F238E27FC236}">
                <a16:creationId xmlns:a16="http://schemas.microsoft.com/office/drawing/2014/main" id="{16B64837-9B22-8CC0-8B82-6B16D165E122}"/>
              </a:ext>
            </a:extLst>
          </p:cNvPr>
          <p:cNvSpPr txBox="1"/>
          <p:nvPr/>
        </p:nvSpPr>
        <p:spPr>
          <a:xfrm>
            <a:off x="1368110" y="4408561"/>
            <a:ext cx="2796414" cy="307777"/>
          </a:xfrm>
          <a:prstGeom prst="rect">
            <a:avLst/>
          </a:prstGeom>
          <a:noFill/>
        </p:spPr>
        <p:txBody>
          <a:bodyPr wrap="square">
            <a:spAutoFit/>
          </a:bodyPr>
          <a:lstStyle/>
          <a:p>
            <a:pPr algn="ctr"/>
            <a:r>
              <a:rPr lang="en-IN" dirty="0">
                <a:solidFill>
                  <a:schemeClr val="tx1"/>
                </a:solidFill>
                <a:latin typeface="Muli"/>
              </a:rPr>
              <a:t>2022 LULC</a:t>
            </a:r>
          </a:p>
        </p:txBody>
      </p:sp>
    </p:spTree>
    <p:extLst>
      <p:ext uri="{BB962C8B-B14F-4D97-AF65-F5344CB8AC3E}">
        <p14:creationId xmlns:p14="http://schemas.microsoft.com/office/powerpoint/2010/main" val="32038940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90"/>
        <p:cNvGrpSpPr/>
        <p:nvPr/>
      </p:nvGrpSpPr>
      <p:grpSpPr>
        <a:xfrm>
          <a:off x="0" y="0"/>
          <a:ext cx="0" cy="0"/>
          <a:chOff x="0" y="0"/>
          <a:chExt cx="0" cy="0"/>
        </a:xfrm>
      </p:grpSpPr>
      <p:sp>
        <p:nvSpPr>
          <p:cNvPr id="591" name="Google Shape;591;p34"/>
          <p:cNvSpPr/>
          <p:nvPr/>
        </p:nvSpPr>
        <p:spPr>
          <a:xfrm rot="-5400000">
            <a:off x="1053600" y="533300"/>
            <a:ext cx="1855800" cy="2142900"/>
          </a:xfrm>
          <a:custGeom>
            <a:avLst/>
            <a:gdLst/>
            <a:ahLst/>
            <a:cxnLst/>
            <a:rect l="l" t="t" r="r" b="b"/>
            <a:pathLst>
              <a:path w="120000" h="120000" extrusionOk="0">
                <a:moveTo>
                  <a:pt x="60000" y="0"/>
                </a:moveTo>
                <a:lnTo>
                  <a:pt x="120000" y="30000"/>
                </a:lnTo>
                <a:lnTo>
                  <a:pt x="120000" y="90000"/>
                </a:lnTo>
                <a:lnTo>
                  <a:pt x="60000" y="120000"/>
                </a:lnTo>
                <a:lnTo>
                  <a:pt x="0" y="90000"/>
                </a:lnTo>
                <a:lnTo>
                  <a:pt x="0" y="30000"/>
                </a:lnTo>
                <a:close/>
              </a:path>
            </a:pathLst>
          </a:custGeom>
          <a:gradFill>
            <a:gsLst>
              <a:gs pos="0">
                <a:srgbClr val="3393E2"/>
              </a:gs>
              <a:gs pos="100000">
                <a:srgbClr val="00E2C7"/>
              </a:gs>
            </a:gsLst>
            <a:path path="circle">
              <a:fillToRect l="100000" b="100000"/>
            </a:path>
            <a:tileRect t="-100000" r="-100000"/>
          </a:gra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592" name="Google Shape;592;p34"/>
          <p:cNvSpPr txBox="1">
            <a:spLocks noGrp="1"/>
          </p:cNvSpPr>
          <p:nvPr>
            <p:ph type="ctrTitle" idx="4294967295"/>
          </p:nvPr>
        </p:nvSpPr>
        <p:spPr>
          <a:xfrm>
            <a:off x="3152775" y="1354750"/>
            <a:ext cx="4562100" cy="1159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8000"/>
              <a:t>Thanks!</a:t>
            </a:r>
            <a:endParaRPr sz="8000"/>
          </a:p>
        </p:txBody>
      </p:sp>
      <p:sp>
        <p:nvSpPr>
          <p:cNvPr id="593" name="Google Shape;593;p34"/>
          <p:cNvSpPr txBox="1">
            <a:spLocks noGrp="1"/>
          </p:cNvSpPr>
          <p:nvPr>
            <p:ph type="body" idx="4294967295"/>
          </p:nvPr>
        </p:nvSpPr>
        <p:spPr>
          <a:xfrm>
            <a:off x="3286468" y="2400250"/>
            <a:ext cx="4562100" cy="2461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endParaRPr dirty="0"/>
          </a:p>
        </p:txBody>
      </p:sp>
      <p:sp>
        <p:nvSpPr>
          <p:cNvPr id="594" name="Google Shape;594;p34"/>
          <p:cNvSpPr/>
          <p:nvPr/>
        </p:nvSpPr>
        <p:spPr>
          <a:xfrm>
            <a:off x="1591719" y="1212580"/>
            <a:ext cx="779561" cy="779561"/>
          </a:xfrm>
          <a:custGeom>
            <a:avLst/>
            <a:gdLst/>
            <a:ahLst/>
            <a:cxnLst/>
            <a:rect l="l" t="t" r="r" b="b"/>
            <a:pathLst>
              <a:path w="15290" h="15290" extrusionOk="0">
                <a:moveTo>
                  <a:pt x="4519" y="6815"/>
                </a:moveTo>
                <a:lnTo>
                  <a:pt x="4690" y="6839"/>
                </a:lnTo>
                <a:lnTo>
                  <a:pt x="4861" y="6888"/>
                </a:lnTo>
                <a:lnTo>
                  <a:pt x="5007" y="6986"/>
                </a:lnTo>
                <a:lnTo>
                  <a:pt x="5154" y="7084"/>
                </a:lnTo>
                <a:lnTo>
                  <a:pt x="5251" y="7230"/>
                </a:lnTo>
                <a:lnTo>
                  <a:pt x="5325" y="7401"/>
                </a:lnTo>
                <a:lnTo>
                  <a:pt x="5374" y="7572"/>
                </a:lnTo>
                <a:lnTo>
                  <a:pt x="5398" y="7767"/>
                </a:lnTo>
                <a:lnTo>
                  <a:pt x="5374" y="7963"/>
                </a:lnTo>
                <a:lnTo>
                  <a:pt x="5325" y="8134"/>
                </a:lnTo>
                <a:lnTo>
                  <a:pt x="5251" y="8305"/>
                </a:lnTo>
                <a:lnTo>
                  <a:pt x="5154" y="8451"/>
                </a:lnTo>
                <a:lnTo>
                  <a:pt x="5007" y="8549"/>
                </a:lnTo>
                <a:lnTo>
                  <a:pt x="4861" y="8647"/>
                </a:lnTo>
                <a:lnTo>
                  <a:pt x="4690" y="8696"/>
                </a:lnTo>
                <a:lnTo>
                  <a:pt x="4519" y="8720"/>
                </a:lnTo>
                <a:lnTo>
                  <a:pt x="4348" y="8696"/>
                </a:lnTo>
                <a:lnTo>
                  <a:pt x="4177" y="8647"/>
                </a:lnTo>
                <a:lnTo>
                  <a:pt x="4030" y="8549"/>
                </a:lnTo>
                <a:lnTo>
                  <a:pt x="3884" y="8451"/>
                </a:lnTo>
                <a:lnTo>
                  <a:pt x="3786" y="8305"/>
                </a:lnTo>
                <a:lnTo>
                  <a:pt x="3713" y="8134"/>
                </a:lnTo>
                <a:lnTo>
                  <a:pt x="3664" y="7963"/>
                </a:lnTo>
                <a:lnTo>
                  <a:pt x="3640" y="7767"/>
                </a:lnTo>
                <a:lnTo>
                  <a:pt x="3664" y="7572"/>
                </a:lnTo>
                <a:lnTo>
                  <a:pt x="3713" y="7401"/>
                </a:lnTo>
                <a:lnTo>
                  <a:pt x="3786" y="7230"/>
                </a:lnTo>
                <a:lnTo>
                  <a:pt x="3884" y="7084"/>
                </a:lnTo>
                <a:lnTo>
                  <a:pt x="4030" y="6986"/>
                </a:lnTo>
                <a:lnTo>
                  <a:pt x="4177" y="6888"/>
                </a:lnTo>
                <a:lnTo>
                  <a:pt x="4348" y="6839"/>
                </a:lnTo>
                <a:lnTo>
                  <a:pt x="4519" y="6815"/>
                </a:lnTo>
                <a:close/>
                <a:moveTo>
                  <a:pt x="10771" y="6815"/>
                </a:moveTo>
                <a:lnTo>
                  <a:pt x="10942" y="6839"/>
                </a:lnTo>
                <a:lnTo>
                  <a:pt x="11113" y="6888"/>
                </a:lnTo>
                <a:lnTo>
                  <a:pt x="11260" y="6986"/>
                </a:lnTo>
                <a:lnTo>
                  <a:pt x="11406" y="7084"/>
                </a:lnTo>
                <a:lnTo>
                  <a:pt x="11504" y="7230"/>
                </a:lnTo>
                <a:lnTo>
                  <a:pt x="11577" y="7401"/>
                </a:lnTo>
                <a:lnTo>
                  <a:pt x="11626" y="7572"/>
                </a:lnTo>
                <a:lnTo>
                  <a:pt x="11650" y="7767"/>
                </a:lnTo>
                <a:lnTo>
                  <a:pt x="11626" y="7963"/>
                </a:lnTo>
                <a:lnTo>
                  <a:pt x="11577" y="8134"/>
                </a:lnTo>
                <a:lnTo>
                  <a:pt x="11504" y="8305"/>
                </a:lnTo>
                <a:lnTo>
                  <a:pt x="11406" y="8451"/>
                </a:lnTo>
                <a:lnTo>
                  <a:pt x="11260" y="8549"/>
                </a:lnTo>
                <a:lnTo>
                  <a:pt x="11113" y="8647"/>
                </a:lnTo>
                <a:lnTo>
                  <a:pt x="10942" y="8696"/>
                </a:lnTo>
                <a:lnTo>
                  <a:pt x="10771" y="8720"/>
                </a:lnTo>
                <a:lnTo>
                  <a:pt x="10600" y="8696"/>
                </a:lnTo>
                <a:lnTo>
                  <a:pt x="10429" y="8647"/>
                </a:lnTo>
                <a:lnTo>
                  <a:pt x="10283" y="8549"/>
                </a:lnTo>
                <a:lnTo>
                  <a:pt x="10136" y="8451"/>
                </a:lnTo>
                <a:lnTo>
                  <a:pt x="10038" y="8305"/>
                </a:lnTo>
                <a:lnTo>
                  <a:pt x="9965" y="8134"/>
                </a:lnTo>
                <a:lnTo>
                  <a:pt x="9916" y="7963"/>
                </a:lnTo>
                <a:lnTo>
                  <a:pt x="9892" y="7767"/>
                </a:lnTo>
                <a:lnTo>
                  <a:pt x="9916" y="7572"/>
                </a:lnTo>
                <a:lnTo>
                  <a:pt x="9965" y="7401"/>
                </a:lnTo>
                <a:lnTo>
                  <a:pt x="10038" y="7230"/>
                </a:lnTo>
                <a:lnTo>
                  <a:pt x="10136" y="7084"/>
                </a:lnTo>
                <a:lnTo>
                  <a:pt x="10283" y="6986"/>
                </a:lnTo>
                <a:lnTo>
                  <a:pt x="10429" y="6888"/>
                </a:lnTo>
                <a:lnTo>
                  <a:pt x="10600" y="6839"/>
                </a:lnTo>
                <a:lnTo>
                  <a:pt x="10771" y="6815"/>
                </a:lnTo>
                <a:close/>
                <a:moveTo>
                  <a:pt x="11308" y="10210"/>
                </a:moveTo>
                <a:lnTo>
                  <a:pt x="11406" y="10234"/>
                </a:lnTo>
                <a:lnTo>
                  <a:pt x="11479" y="10259"/>
                </a:lnTo>
                <a:lnTo>
                  <a:pt x="11577" y="10307"/>
                </a:lnTo>
                <a:lnTo>
                  <a:pt x="11650" y="10356"/>
                </a:lnTo>
                <a:lnTo>
                  <a:pt x="11699" y="10430"/>
                </a:lnTo>
                <a:lnTo>
                  <a:pt x="11748" y="10527"/>
                </a:lnTo>
                <a:lnTo>
                  <a:pt x="11772" y="10625"/>
                </a:lnTo>
                <a:lnTo>
                  <a:pt x="11797" y="10698"/>
                </a:lnTo>
                <a:lnTo>
                  <a:pt x="11772" y="10796"/>
                </a:lnTo>
                <a:lnTo>
                  <a:pt x="11748" y="10894"/>
                </a:lnTo>
                <a:lnTo>
                  <a:pt x="11699" y="10967"/>
                </a:lnTo>
                <a:lnTo>
                  <a:pt x="11650" y="11065"/>
                </a:lnTo>
                <a:lnTo>
                  <a:pt x="11235" y="11431"/>
                </a:lnTo>
                <a:lnTo>
                  <a:pt x="10795" y="11773"/>
                </a:lnTo>
                <a:lnTo>
                  <a:pt x="10307" y="12041"/>
                </a:lnTo>
                <a:lnTo>
                  <a:pt x="9819" y="12286"/>
                </a:lnTo>
                <a:lnTo>
                  <a:pt x="9281" y="12457"/>
                </a:lnTo>
                <a:lnTo>
                  <a:pt x="8768" y="12603"/>
                </a:lnTo>
                <a:lnTo>
                  <a:pt x="8207" y="12676"/>
                </a:lnTo>
                <a:lnTo>
                  <a:pt x="7645" y="12701"/>
                </a:lnTo>
                <a:lnTo>
                  <a:pt x="7083" y="12676"/>
                </a:lnTo>
                <a:lnTo>
                  <a:pt x="6521" y="12603"/>
                </a:lnTo>
                <a:lnTo>
                  <a:pt x="6009" y="12457"/>
                </a:lnTo>
                <a:lnTo>
                  <a:pt x="5471" y="12286"/>
                </a:lnTo>
                <a:lnTo>
                  <a:pt x="4983" y="12041"/>
                </a:lnTo>
                <a:lnTo>
                  <a:pt x="4494" y="11773"/>
                </a:lnTo>
                <a:lnTo>
                  <a:pt x="4055" y="11431"/>
                </a:lnTo>
                <a:lnTo>
                  <a:pt x="3640" y="11065"/>
                </a:lnTo>
                <a:lnTo>
                  <a:pt x="3591" y="10967"/>
                </a:lnTo>
                <a:lnTo>
                  <a:pt x="3542" y="10894"/>
                </a:lnTo>
                <a:lnTo>
                  <a:pt x="3517" y="10796"/>
                </a:lnTo>
                <a:lnTo>
                  <a:pt x="3493" y="10698"/>
                </a:lnTo>
                <a:lnTo>
                  <a:pt x="3517" y="10625"/>
                </a:lnTo>
                <a:lnTo>
                  <a:pt x="3542" y="10527"/>
                </a:lnTo>
                <a:lnTo>
                  <a:pt x="3591" y="10430"/>
                </a:lnTo>
                <a:lnTo>
                  <a:pt x="3640" y="10356"/>
                </a:lnTo>
                <a:lnTo>
                  <a:pt x="3713" y="10307"/>
                </a:lnTo>
                <a:lnTo>
                  <a:pt x="3811" y="10259"/>
                </a:lnTo>
                <a:lnTo>
                  <a:pt x="3884" y="10234"/>
                </a:lnTo>
                <a:lnTo>
                  <a:pt x="3981" y="10210"/>
                </a:lnTo>
                <a:lnTo>
                  <a:pt x="4079" y="10234"/>
                </a:lnTo>
                <a:lnTo>
                  <a:pt x="4177" y="10259"/>
                </a:lnTo>
                <a:lnTo>
                  <a:pt x="4250" y="10307"/>
                </a:lnTo>
                <a:lnTo>
                  <a:pt x="4323" y="10356"/>
                </a:lnTo>
                <a:lnTo>
                  <a:pt x="4690" y="10674"/>
                </a:lnTo>
                <a:lnTo>
                  <a:pt x="5056" y="10942"/>
                </a:lnTo>
                <a:lnTo>
                  <a:pt x="5447" y="11187"/>
                </a:lnTo>
                <a:lnTo>
                  <a:pt x="5862" y="11382"/>
                </a:lnTo>
                <a:lnTo>
                  <a:pt x="6277" y="11529"/>
                </a:lnTo>
                <a:lnTo>
                  <a:pt x="6717" y="11651"/>
                </a:lnTo>
                <a:lnTo>
                  <a:pt x="7181" y="11700"/>
                </a:lnTo>
                <a:lnTo>
                  <a:pt x="7645" y="11724"/>
                </a:lnTo>
                <a:lnTo>
                  <a:pt x="8109" y="11700"/>
                </a:lnTo>
                <a:lnTo>
                  <a:pt x="8573" y="11651"/>
                </a:lnTo>
                <a:lnTo>
                  <a:pt x="9013" y="11529"/>
                </a:lnTo>
                <a:lnTo>
                  <a:pt x="9428" y="11382"/>
                </a:lnTo>
                <a:lnTo>
                  <a:pt x="9843" y="11187"/>
                </a:lnTo>
                <a:lnTo>
                  <a:pt x="10234" y="10942"/>
                </a:lnTo>
                <a:lnTo>
                  <a:pt x="10600" y="10674"/>
                </a:lnTo>
                <a:lnTo>
                  <a:pt x="10966" y="10356"/>
                </a:lnTo>
                <a:lnTo>
                  <a:pt x="11040" y="10307"/>
                </a:lnTo>
                <a:lnTo>
                  <a:pt x="11113" y="10259"/>
                </a:lnTo>
                <a:lnTo>
                  <a:pt x="11211" y="10234"/>
                </a:lnTo>
                <a:lnTo>
                  <a:pt x="11308" y="10210"/>
                </a:lnTo>
                <a:close/>
                <a:moveTo>
                  <a:pt x="7254" y="1"/>
                </a:moveTo>
                <a:lnTo>
                  <a:pt x="6863" y="50"/>
                </a:lnTo>
                <a:lnTo>
                  <a:pt x="6473" y="99"/>
                </a:lnTo>
                <a:lnTo>
                  <a:pt x="6106" y="147"/>
                </a:lnTo>
                <a:lnTo>
                  <a:pt x="5740" y="245"/>
                </a:lnTo>
                <a:lnTo>
                  <a:pt x="5374" y="343"/>
                </a:lnTo>
                <a:lnTo>
                  <a:pt x="5007" y="465"/>
                </a:lnTo>
                <a:lnTo>
                  <a:pt x="4665" y="611"/>
                </a:lnTo>
                <a:lnTo>
                  <a:pt x="4323" y="758"/>
                </a:lnTo>
                <a:lnTo>
                  <a:pt x="4006" y="929"/>
                </a:lnTo>
                <a:lnTo>
                  <a:pt x="3688" y="1100"/>
                </a:lnTo>
                <a:lnTo>
                  <a:pt x="3371" y="1295"/>
                </a:lnTo>
                <a:lnTo>
                  <a:pt x="3078" y="1515"/>
                </a:lnTo>
                <a:lnTo>
                  <a:pt x="2785" y="1735"/>
                </a:lnTo>
                <a:lnTo>
                  <a:pt x="2516" y="1979"/>
                </a:lnTo>
                <a:lnTo>
                  <a:pt x="2247" y="2248"/>
                </a:lnTo>
                <a:lnTo>
                  <a:pt x="1979" y="2516"/>
                </a:lnTo>
                <a:lnTo>
                  <a:pt x="1735" y="2785"/>
                </a:lnTo>
                <a:lnTo>
                  <a:pt x="1515" y="3078"/>
                </a:lnTo>
                <a:lnTo>
                  <a:pt x="1295" y="3371"/>
                </a:lnTo>
                <a:lnTo>
                  <a:pt x="1100" y="3689"/>
                </a:lnTo>
                <a:lnTo>
                  <a:pt x="929" y="4006"/>
                </a:lnTo>
                <a:lnTo>
                  <a:pt x="758" y="4324"/>
                </a:lnTo>
                <a:lnTo>
                  <a:pt x="611" y="4666"/>
                </a:lnTo>
                <a:lnTo>
                  <a:pt x="465" y="5008"/>
                </a:lnTo>
                <a:lnTo>
                  <a:pt x="342" y="5374"/>
                </a:lnTo>
                <a:lnTo>
                  <a:pt x="245" y="5740"/>
                </a:lnTo>
                <a:lnTo>
                  <a:pt x="147" y="6107"/>
                </a:lnTo>
                <a:lnTo>
                  <a:pt x="98" y="6473"/>
                </a:lnTo>
                <a:lnTo>
                  <a:pt x="49" y="6864"/>
                </a:lnTo>
                <a:lnTo>
                  <a:pt x="1" y="7255"/>
                </a:lnTo>
                <a:lnTo>
                  <a:pt x="1" y="7645"/>
                </a:lnTo>
                <a:lnTo>
                  <a:pt x="1" y="8036"/>
                </a:lnTo>
                <a:lnTo>
                  <a:pt x="49" y="8427"/>
                </a:lnTo>
                <a:lnTo>
                  <a:pt x="98" y="8818"/>
                </a:lnTo>
                <a:lnTo>
                  <a:pt x="147" y="9184"/>
                </a:lnTo>
                <a:lnTo>
                  <a:pt x="245" y="9550"/>
                </a:lnTo>
                <a:lnTo>
                  <a:pt x="342" y="9917"/>
                </a:lnTo>
                <a:lnTo>
                  <a:pt x="465" y="10283"/>
                </a:lnTo>
                <a:lnTo>
                  <a:pt x="611" y="10625"/>
                </a:lnTo>
                <a:lnTo>
                  <a:pt x="758" y="10967"/>
                </a:lnTo>
                <a:lnTo>
                  <a:pt x="929" y="11284"/>
                </a:lnTo>
                <a:lnTo>
                  <a:pt x="1100" y="11602"/>
                </a:lnTo>
                <a:lnTo>
                  <a:pt x="1295" y="11919"/>
                </a:lnTo>
                <a:lnTo>
                  <a:pt x="1515" y="12212"/>
                </a:lnTo>
                <a:lnTo>
                  <a:pt x="1735" y="12506"/>
                </a:lnTo>
                <a:lnTo>
                  <a:pt x="1979" y="12774"/>
                </a:lnTo>
                <a:lnTo>
                  <a:pt x="2247" y="13043"/>
                </a:lnTo>
                <a:lnTo>
                  <a:pt x="2516" y="13311"/>
                </a:lnTo>
                <a:lnTo>
                  <a:pt x="2785" y="13556"/>
                </a:lnTo>
                <a:lnTo>
                  <a:pt x="3078" y="13776"/>
                </a:lnTo>
                <a:lnTo>
                  <a:pt x="3371" y="13995"/>
                </a:lnTo>
                <a:lnTo>
                  <a:pt x="3688" y="14191"/>
                </a:lnTo>
                <a:lnTo>
                  <a:pt x="4006" y="14362"/>
                </a:lnTo>
                <a:lnTo>
                  <a:pt x="4323" y="14533"/>
                </a:lnTo>
                <a:lnTo>
                  <a:pt x="4665" y="14679"/>
                </a:lnTo>
                <a:lnTo>
                  <a:pt x="5007" y="14826"/>
                </a:lnTo>
                <a:lnTo>
                  <a:pt x="5374" y="14948"/>
                </a:lnTo>
                <a:lnTo>
                  <a:pt x="5740" y="15046"/>
                </a:lnTo>
                <a:lnTo>
                  <a:pt x="6106" y="15143"/>
                </a:lnTo>
                <a:lnTo>
                  <a:pt x="6473" y="15192"/>
                </a:lnTo>
                <a:lnTo>
                  <a:pt x="6863" y="15241"/>
                </a:lnTo>
                <a:lnTo>
                  <a:pt x="7254" y="15290"/>
                </a:lnTo>
                <a:lnTo>
                  <a:pt x="8036" y="15290"/>
                </a:lnTo>
                <a:lnTo>
                  <a:pt x="8426" y="15241"/>
                </a:lnTo>
                <a:lnTo>
                  <a:pt x="8817" y="15192"/>
                </a:lnTo>
                <a:lnTo>
                  <a:pt x="9184" y="15143"/>
                </a:lnTo>
                <a:lnTo>
                  <a:pt x="9550" y="15046"/>
                </a:lnTo>
                <a:lnTo>
                  <a:pt x="9916" y="14948"/>
                </a:lnTo>
                <a:lnTo>
                  <a:pt x="10283" y="14826"/>
                </a:lnTo>
                <a:lnTo>
                  <a:pt x="10625" y="14679"/>
                </a:lnTo>
                <a:lnTo>
                  <a:pt x="10966" y="14533"/>
                </a:lnTo>
                <a:lnTo>
                  <a:pt x="11284" y="14362"/>
                </a:lnTo>
                <a:lnTo>
                  <a:pt x="11601" y="14191"/>
                </a:lnTo>
                <a:lnTo>
                  <a:pt x="11919" y="13995"/>
                </a:lnTo>
                <a:lnTo>
                  <a:pt x="12212" y="13776"/>
                </a:lnTo>
                <a:lnTo>
                  <a:pt x="12505" y="13556"/>
                </a:lnTo>
                <a:lnTo>
                  <a:pt x="12774" y="13311"/>
                </a:lnTo>
                <a:lnTo>
                  <a:pt x="13042" y="13043"/>
                </a:lnTo>
                <a:lnTo>
                  <a:pt x="13311" y="12774"/>
                </a:lnTo>
                <a:lnTo>
                  <a:pt x="13555" y="12506"/>
                </a:lnTo>
                <a:lnTo>
                  <a:pt x="13775" y="12212"/>
                </a:lnTo>
                <a:lnTo>
                  <a:pt x="13995" y="11919"/>
                </a:lnTo>
                <a:lnTo>
                  <a:pt x="14190" y="11602"/>
                </a:lnTo>
                <a:lnTo>
                  <a:pt x="14361" y="11284"/>
                </a:lnTo>
                <a:lnTo>
                  <a:pt x="14532" y="10967"/>
                </a:lnTo>
                <a:lnTo>
                  <a:pt x="14679" y="10625"/>
                </a:lnTo>
                <a:lnTo>
                  <a:pt x="14825" y="10283"/>
                </a:lnTo>
                <a:lnTo>
                  <a:pt x="14947" y="9917"/>
                </a:lnTo>
                <a:lnTo>
                  <a:pt x="15045" y="9550"/>
                </a:lnTo>
                <a:lnTo>
                  <a:pt x="15143" y="9184"/>
                </a:lnTo>
                <a:lnTo>
                  <a:pt x="15192" y="8818"/>
                </a:lnTo>
                <a:lnTo>
                  <a:pt x="15240" y="8427"/>
                </a:lnTo>
                <a:lnTo>
                  <a:pt x="15289" y="8036"/>
                </a:lnTo>
                <a:lnTo>
                  <a:pt x="15289" y="7645"/>
                </a:lnTo>
                <a:lnTo>
                  <a:pt x="15289" y="7255"/>
                </a:lnTo>
                <a:lnTo>
                  <a:pt x="15240" y="6864"/>
                </a:lnTo>
                <a:lnTo>
                  <a:pt x="15192" y="6473"/>
                </a:lnTo>
                <a:lnTo>
                  <a:pt x="15143" y="6107"/>
                </a:lnTo>
                <a:lnTo>
                  <a:pt x="15045" y="5740"/>
                </a:lnTo>
                <a:lnTo>
                  <a:pt x="14947" y="5374"/>
                </a:lnTo>
                <a:lnTo>
                  <a:pt x="14825" y="5008"/>
                </a:lnTo>
                <a:lnTo>
                  <a:pt x="14679" y="4666"/>
                </a:lnTo>
                <a:lnTo>
                  <a:pt x="14532" y="4324"/>
                </a:lnTo>
                <a:lnTo>
                  <a:pt x="14361" y="4006"/>
                </a:lnTo>
                <a:lnTo>
                  <a:pt x="14190" y="3689"/>
                </a:lnTo>
                <a:lnTo>
                  <a:pt x="13995" y="3371"/>
                </a:lnTo>
                <a:lnTo>
                  <a:pt x="13775" y="3078"/>
                </a:lnTo>
                <a:lnTo>
                  <a:pt x="13555" y="2785"/>
                </a:lnTo>
                <a:lnTo>
                  <a:pt x="13311" y="2516"/>
                </a:lnTo>
                <a:lnTo>
                  <a:pt x="13042" y="2248"/>
                </a:lnTo>
                <a:lnTo>
                  <a:pt x="12774" y="1979"/>
                </a:lnTo>
                <a:lnTo>
                  <a:pt x="12505" y="1735"/>
                </a:lnTo>
                <a:lnTo>
                  <a:pt x="12212" y="1515"/>
                </a:lnTo>
                <a:lnTo>
                  <a:pt x="11919" y="1295"/>
                </a:lnTo>
                <a:lnTo>
                  <a:pt x="11601" y="1100"/>
                </a:lnTo>
                <a:lnTo>
                  <a:pt x="11284" y="929"/>
                </a:lnTo>
                <a:lnTo>
                  <a:pt x="10966" y="758"/>
                </a:lnTo>
                <a:lnTo>
                  <a:pt x="10625" y="611"/>
                </a:lnTo>
                <a:lnTo>
                  <a:pt x="10283" y="465"/>
                </a:lnTo>
                <a:lnTo>
                  <a:pt x="9916" y="343"/>
                </a:lnTo>
                <a:lnTo>
                  <a:pt x="9550" y="245"/>
                </a:lnTo>
                <a:lnTo>
                  <a:pt x="9184" y="147"/>
                </a:lnTo>
                <a:lnTo>
                  <a:pt x="8817" y="99"/>
                </a:lnTo>
                <a:lnTo>
                  <a:pt x="8426" y="50"/>
                </a:lnTo>
                <a:lnTo>
                  <a:pt x="803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34"/>
          <p:cNvSpPr txBox="1">
            <a:spLocks noGrp="1"/>
          </p:cNvSpPr>
          <p:nvPr>
            <p:ph type="sldNum" idx="12"/>
          </p:nvPr>
        </p:nvSpPr>
        <p:spPr>
          <a:xfrm>
            <a:off x="13557" y="4785525"/>
            <a:ext cx="548700" cy="357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fld id="{00000000-1234-1234-1234-123412341234}" type="slidenum">
              <a:rPr lang="en"/>
              <a:t>16</a:t>
            </a:fld>
            <a:endParaRPr/>
          </a:p>
        </p:txBody>
      </p:sp>
    </p:spTree>
  </p:cSld>
  <p:clrMapOvr>
    <a:masterClrMapping/>
  </p:clrMapOvr>
</p:sld>
</file>

<file path=ppt/theme/theme1.xml><?xml version="1.0" encoding="utf-8"?>
<a:theme xmlns:a="http://schemas.openxmlformats.org/drawingml/2006/main" name="Imogen template">
  <a:themeElements>
    <a:clrScheme name="Custom 347">
      <a:dk1>
        <a:srgbClr val="FFFFFF"/>
      </a:dk1>
      <a:lt1>
        <a:srgbClr val="0E293C"/>
      </a:lt1>
      <a:dk2>
        <a:srgbClr val="BBC9D3"/>
      </a:dk2>
      <a:lt2>
        <a:srgbClr val="184769"/>
      </a:lt2>
      <a:accent1>
        <a:srgbClr val="00E1C6"/>
      </a:accent1>
      <a:accent2>
        <a:srgbClr val="19BBD5"/>
      </a:accent2>
      <a:accent3>
        <a:srgbClr val="2C9DDE"/>
      </a:accent3>
      <a:accent4>
        <a:srgbClr val="3274E1"/>
      </a:accent4>
      <a:accent5>
        <a:srgbClr val="4C4ED5"/>
      </a:accent5>
      <a:accent6>
        <a:srgbClr val="5CF55F"/>
      </a:accent6>
      <a:hlink>
        <a:srgbClr val="1155CC"/>
      </a:hlink>
      <a:folHlink>
        <a:srgbClr val="6611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108</TotalTime>
  <Words>418</Words>
  <Application>Microsoft Office PowerPoint</Application>
  <PresentationFormat>On-screen Show (16:9)</PresentationFormat>
  <Paragraphs>112</Paragraphs>
  <Slides>16</Slides>
  <Notes>15</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16</vt:i4>
      </vt:variant>
    </vt:vector>
  </HeadingPairs>
  <TitlesOfParts>
    <vt:vector size="25" baseType="lpstr">
      <vt:lpstr>Arial</vt:lpstr>
      <vt:lpstr>Book Antiqua</vt:lpstr>
      <vt:lpstr>Calibri</vt:lpstr>
      <vt:lpstr>Calibri Light</vt:lpstr>
      <vt:lpstr>Helvetica Neue</vt:lpstr>
      <vt:lpstr>Muli</vt:lpstr>
      <vt:lpstr>Nixie One</vt:lpstr>
      <vt:lpstr>Imogen template</vt:lpstr>
      <vt:lpstr>office theme</vt:lpstr>
      <vt:lpstr>URBAN GROWTH PREDICTION</vt:lpstr>
      <vt:lpstr>Literature Review : Conclusions</vt:lpstr>
      <vt:lpstr>Problem Statement</vt:lpstr>
      <vt:lpstr>Objective</vt:lpstr>
      <vt:lpstr>The Dataset</vt:lpstr>
      <vt:lpstr>Models</vt:lpstr>
      <vt:lpstr>CA Prediction Accuracy with 1-year gap</vt:lpstr>
      <vt:lpstr>CA Prediction Accuracy with 2-year gap</vt:lpstr>
      <vt:lpstr>Molusce Accuracy with  2-year gap</vt:lpstr>
      <vt:lpstr>PowerPoint Presentation</vt:lpstr>
      <vt:lpstr>PowerPoint Presentation</vt:lpstr>
      <vt:lpstr>PowerPoint Presentation</vt:lpstr>
      <vt:lpstr>PowerPoint Presentation</vt:lpstr>
      <vt:lpstr>PowerPoint Presentation</vt:lpstr>
      <vt:lpstr>PowerPoint Presentation</vt:lpstr>
      <vt:lpstr>Thanks!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URBAN GROWTH PREDICTION</dc:title>
  <cp:lastModifiedBy>Mohit Gupta</cp:lastModifiedBy>
  <cp:revision>4</cp:revision>
  <dcterms:modified xsi:type="dcterms:W3CDTF">2025-11-26T10:22:59Z</dcterms:modified>
</cp:coreProperties>
</file>